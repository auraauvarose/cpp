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09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9AE986C5-6D40-107E-9F34-0172A0B52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Subjudul 2">
            <a:extLst>
              <a:ext uri="{FF2B5EF4-FFF2-40B4-BE49-F238E27FC236}">
                <a16:creationId xmlns:a16="http://schemas.microsoft.com/office/drawing/2014/main" id="{959823E5-3D9D-38F1-8308-9FBD9AAE1B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d-ID"/>
              <a:t>Klik untuk mengedit gaya subjudul Master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A494D0DD-38FE-D293-31B2-864D3BE13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50C1D-B5A4-48E4-B301-09CA7AA3A7E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5A9511EA-758F-8E30-2687-DC20EBC0E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AFD2B554-A76A-8939-94F5-5E7FCEEC1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330D-B9B1-4976-94F7-2C1A61829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902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Judul dan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EDE8DEEF-3276-A88E-6F1A-175CBD21B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4C26C4DE-E9D8-A3D6-460B-A9FDC8E80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4B9575DE-AEA7-0C98-90A9-58D97DF94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50C1D-B5A4-48E4-B301-09CA7AA3A7E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1FEFC77B-4370-6D77-1994-42965F5CD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58D02279-F42A-4ACE-ABF8-7536BDB7F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330D-B9B1-4976-94F7-2C1A61829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862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eader Bag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E28485D7-8211-AD35-361D-8F1F69315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86EB8EA9-D850-5679-0685-73698FEEA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99B3D581-1486-BB7C-FD6A-1F165597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50C1D-B5A4-48E4-B301-09CA7AA3A7E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580365D6-AF28-49D3-A35B-0229FF33E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A350B679-5CCF-262C-4B13-01AA7EEE3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330D-B9B1-4976-94F7-2C1A61829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723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 Ko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3A5F3C14-07D9-7604-4D35-C9DA55892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F44DD0CB-2FE9-391C-23EF-D1B658875E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Konten 3">
            <a:extLst>
              <a:ext uri="{FF2B5EF4-FFF2-40B4-BE49-F238E27FC236}">
                <a16:creationId xmlns:a16="http://schemas.microsoft.com/office/drawing/2014/main" id="{FFA81F90-30B6-CAD5-7A36-E48DBB85D9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518AA40A-AB26-CBA4-F034-776DDED63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50C1D-B5A4-48E4-B301-09CA7AA3A7E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4DFE6099-2486-17EB-D340-E8C83744A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9FD968A7-CF92-0443-9990-280796034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330D-B9B1-4976-94F7-2C1A61829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296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erbandi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D1E0948C-DB7C-5FFE-0423-12F9D2E67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97FBBFCE-8698-A588-4C6C-6532E3BA5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4" name="Tampungan Konten 3">
            <a:extLst>
              <a:ext uri="{FF2B5EF4-FFF2-40B4-BE49-F238E27FC236}">
                <a16:creationId xmlns:a16="http://schemas.microsoft.com/office/drawing/2014/main" id="{F76F987E-60C9-96B4-1316-CC9F0E443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5" name="Tampungan Teks 4">
            <a:extLst>
              <a:ext uri="{FF2B5EF4-FFF2-40B4-BE49-F238E27FC236}">
                <a16:creationId xmlns:a16="http://schemas.microsoft.com/office/drawing/2014/main" id="{41AB05CC-78E9-FABC-48AC-E69D85BC26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6" name="Tampungan Konten 5">
            <a:extLst>
              <a:ext uri="{FF2B5EF4-FFF2-40B4-BE49-F238E27FC236}">
                <a16:creationId xmlns:a16="http://schemas.microsoft.com/office/drawing/2014/main" id="{11BF1FFC-4419-CCE7-FDA6-117C242B84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7" name="Tampungan Tanggal 6">
            <a:extLst>
              <a:ext uri="{FF2B5EF4-FFF2-40B4-BE49-F238E27FC236}">
                <a16:creationId xmlns:a16="http://schemas.microsoft.com/office/drawing/2014/main" id="{08E66868-EB22-C0AF-AF83-CFC57ABA6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50C1D-B5A4-48E4-B301-09CA7AA3A7E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8" name="Tampungan Kaki 7">
            <a:extLst>
              <a:ext uri="{FF2B5EF4-FFF2-40B4-BE49-F238E27FC236}">
                <a16:creationId xmlns:a16="http://schemas.microsoft.com/office/drawing/2014/main" id="{026A85D0-AE46-1A08-8E7D-ADC8AC00B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ampungan Nomor Slide 8">
            <a:extLst>
              <a:ext uri="{FF2B5EF4-FFF2-40B4-BE49-F238E27FC236}">
                <a16:creationId xmlns:a16="http://schemas.microsoft.com/office/drawing/2014/main" id="{588C3B15-A3EA-7379-C5D7-20F3FA09B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330D-B9B1-4976-94F7-2C1A61829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617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udul S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728BC7D7-E317-EC3D-1BEE-F0398307D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anggal 2">
            <a:extLst>
              <a:ext uri="{FF2B5EF4-FFF2-40B4-BE49-F238E27FC236}">
                <a16:creationId xmlns:a16="http://schemas.microsoft.com/office/drawing/2014/main" id="{DB8A1BCD-542F-49B7-1254-6A9F94660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50C1D-B5A4-48E4-B301-09CA7AA3A7E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4" name="Tampungan Kaki 3">
            <a:extLst>
              <a:ext uri="{FF2B5EF4-FFF2-40B4-BE49-F238E27FC236}">
                <a16:creationId xmlns:a16="http://schemas.microsoft.com/office/drawing/2014/main" id="{EA0E0ABD-96FF-1747-2772-95097AD31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ampungan Nomor Slide 4">
            <a:extLst>
              <a:ext uri="{FF2B5EF4-FFF2-40B4-BE49-F238E27FC236}">
                <a16:creationId xmlns:a16="http://schemas.microsoft.com/office/drawing/2014/main" id="{A70D96D7-0E45-11DE-4074-84C4D0928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330D-B9B1-4976-94F7-2C1A61829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407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Kos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Tanggal 1">
            <a:extLst>
              <a:ext uri="{FF2B5EF4-FFF2-40B4-BE49-F238E27FC236}">
                <a16:creationId xmlns:a16="http://schemas.microsoft.com/office/drawing/2014/main" id="{00280655-CEF3-1D89-89AF-696BD7A44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50C1D-B5A4-48E4-B301-09CA7AA3A7E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3" name="Tampungan Kaki 2">
            <a:extLst>
              <a:ext uri="{FF2B5EF4-FFF2-40B4-BE49-F238E27FC236}">
                <a16:creationId xmlns:a16="http://schemas.microsoft.com/office/drawing/2014/main" id="{77742E76-510A-CF37-F540-7F86F8132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ampungan Nomor Slide 3">
            <a:extLst>
              <a:ext uri="{FF2B5EF4-FFF2-40B4-BE49-F238E27FC236}">
                <a16:creationId xmlns:a16="http://schemas.microsoft.com/office/drawing/2014/main" id="{91B0AC87-0FA8-B528-BFCE-4241A788D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330D-B9B1-4976-94F7-2C1A61829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782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Konten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D7D94621-3193-3552-9142-D1F8BB8AA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8E8D490A-C47A-6AC6-C040-4F06E2C22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eks 3">
            <a:extLst>
              <a:ext uri="{FF2B5EF4-FFF2-40B4-BE49-F238E27FC236}">
                <a16:creationId xmlns:a16="http://schemas.microsoft.com/office/drawing/2014/main" id="{BB48F723-E848-4A74-1070-EAA50FD1C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9A2E3C91-C1C6-EF48-D8EA-C47151F96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50C1D-B5A4-48E4-B301-09CA7AA3A7E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145CD0D1-A48E-15F4-D8BE-300AB9B79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1458C758-1C56-71A9-C3BF-CB4FA22B6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330D-B9B1-4976-94F7-2C1A61829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593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Gambar dengan Ketera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F19D29EF-9F82-E9CC-058F-B6361D6E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Gambar 2">
            <a:extLst>
              <a:ext uri="{FF2B5EF4-FFF2-40B4-BE49-F238E27FC236}">
                <a16:creationId xmlns:a16="http://schemas.microsoft.com/office/drawing/2014/main" id="{CE766089-A875-5A55-A981-80EFAC49C7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ampungan Teks 3">
            <a:extLst>
              <a:ext uri="{FF2B5EF4-FFF2-40B4-BE49-F238E27FC236}">
                <a16:creationId xmlns:a16="http://schemas.microsoft.com/office/drawing/2014/main" id="{3B86FE72-882F-F332-8936-6718DE7E2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d-ID"/>
              <a:t>Klik untuk edit gaya teks Master</a:t>
            </a:r>
          </a:p>
        </p:txBody>
      </p:sp>
      <p:sp>
        <p:nvSpPr>
          <p:cNvPr id="5" name="Tampungan Tanggal 4">
            <a:extLst>
              <a:ext uri="{FF2B5EF4-FFF2-40B4-BE49-F238E27FC236}">
                <a16:creationId xmlns:a16="http://schemas.microsoft.com/office/drawing/2014/main" id="{B4E5BF4E-3886-9F4C-2483-F9052A05B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50C1D-B5A4-48E4-B301-09CA7AA3A7E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6" name="Tampungan Kaki 5">
            <a:extLst>
              <a:ext uri="{FF2B5EF4-FFF2-40B4-BE49-F238E27FC236}">
                <a16:creationId xmlns:a16="http://schemas.microsoft.com/office/drawing/2014/main" id="{D4446864-3C4F-3603-401B-E6BBA957B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ampungan Nomor Slide 6">
            <a:extLst>
              <a:ext uri="{FF2B5EF4-FFF2-40B4-BE49-F238E27FC236}">
                <a16:creationId xmlns:a16="http://schemas.microsoft.com/office/drawing/2014/main" id="{61F7D09D-1A2C-7D04-0A3B-1DF581754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330D-B9B1-4976-94F7-2C1A61829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507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Judul dan Teks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BED9CF7F-06AA-6649-E2F5-8E9E0D8F1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Vertikal 2">
            <a:extLst>
              <a:ext uri="{FF2B5EF4-FFF2-40B4-BE49-F238E27FC236}">
                <a16:creationId xmlns:a16="http://schemas.microsoft.com/office/drawing/2014/main" id="{7F7CEF41-E85F-3D41-7983-74132432E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8A857FB0-14D4-1B3A-B4EF-E84DB312E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50C1D-B5A4-48E4-B301-09CA7AA3A7E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317368DA-42FF-28CC-C689-4769655AA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50DFD860-407F-45B8-7A31-A69E91107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330D-B9B1-4976-94F7-2C1A61829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51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Judul Vertikal dan Te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Vertikal 1">
            <a:extLst>
              <a:ext uri="{FF2B5EF4-FFF2-40B4-BE49-F238E27FC236}">
                <a16:creationId xmlns:a16="http://schemas.microsoft.com/office/drawing/2014/main" id="{DD4EC6DF-98FC-9E6E-FA56-16D2FBD8EA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Vertikal 2">
            <a:extLst>
              <a:ext uri="{FF2B5EF4-FFF2-40B4-BE49-F238E27FC236}">
                <a16:creationId xmlns:a16="http://schemas.microsoft.com/office/drawing/2014/main" id="{698A9C4D-BBDF-239C-39B4-33DDFFD5DB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84B95A8D-4A3F-1328-0A96-9E893B17A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50C1D-B5A4-48E4-B301-09CA7AA3A7E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BA189C1C-76E1-2861-9710-E59CD0874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269CE94B-5934-8815-93F9-7C5EC9DD3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C330D-B9B1-4976-94F7-2C1A61829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07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mpungan Judul 1">
            <a:extLst>
              <a:ext uri="{FF2B5EF4-FFF2-40B4-BE49-F238E27FC236}">
                <a16:creationId xmlns:a16="http://schemas.microsoft.com/office/drawing/2014/main" id="{1D9D4747-B862-3109-B28B-D633A64CA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d-ID"/>
              <a:t>Klik untuk mengedit gaya judul Master</a:t>
            </a:r>
            <a:endParaRPr lang="en-US"/>
          </a:p>
        </p:txBody>
      </p:sp>
      <p:sp>
        <p:nvSpPr>
          <p:cNvPr id="3" name="Tampungan Teks 2">
            <a:extLst>
              <a:ext uri="{FF2B5EF4-FFF2-40B4-BE49-F238E27FC236}">
                <a16:creationId xmlns:a16="http://schemas.microsoft.com/office/drawing/2014/main" id="{C8E8CDF2-0084-97A5-E0EA-6018B9996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d-ID"/>
              <a:t>Klik untuk edit gaya teks Master</a:t>
            </a:r>
          </a:p>
          <a:p>
            <a:pPr lvl="1"/>
            <a:r>
              <a:rPr lang="id-ID"/>
              <a:t>Tingkat kedua</a:t>
            </a:r>
          </a:p>
          <a:p>
            <a:pPr lvl="2"/>
            <a:r>
              <a:rPr lang="id-ID"/>
              <a:t>Tingkat ketiga</a:t>
            </a:r>
          </a:p>
          <a:p>
            <a:pPr lvl="3"/>
            <a:r>
              <a:rPr lang="id-ID"/>
              <a:t>Tingkat keempat</a:t>
            </a:r>
          </a:p>
          <a:p>
            <a:pPr lvl="4"/>
            <a:r>
              <a:rPr lang="id-ID"/>
              <a:t>Tingkat kelima</a:t>
            </a:r>
            <a:endParaRPr lang="en-US"/>
          </a:p>
        </p:txBody>
      </p:sp>
      <p:sp>
        <p:nvSpPr>
          <p:cNvPr id="4" name="Tampungan Tanggal 3">
            <a:extLst>
              <a:ext uri="{FF2B5EF4-FFF2-40B4-BE49-F238E27FC236}">
                <a16:creationId xmlns:a16="http://schemas.microsoft.com/office/drawing/2014/main" id="{ABDE11DC-03F1-A541-B32A-C4C5477B0C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B50C1D-B5A4-48E4-B301-09CA7AA3A7E5}" type="datetimeFigureOut">
              <a:rPr lang="en-US" smtClean="0"/>
              <a:t>9/19/2024</a:t>
            </a:fld>
            <a:endParaRPr lang="en-US"/>
          </a:p>
        </p:txBody>
      </p:sp>
      <p:sp>
        <p:nvSpPr>
          <p:cNvPr id="5" name="Tampungan Kaki 4">
            <a:extLst>
              <a:ext uri="{FF2B5EF4-FFF2-40B4-BE49-F238E27FC236}">
                <a16:creationId xmlns:a16="http://schemas.microsoft.com/office/drawing/2014/main" id="{742A4EE9-812B-1BC0-B797-A4F2D4B363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ampungan Nomor Slide 5">
            <a:extLst>
              <a:ext uri="{FF2B5EF4-FFF2-40B4-BE49-F238E27FC236}">
                <a16:creationId xmlns:a16="http://schemas.microsoft.com/office/drawing/2014/main" id="{BB441CE9-5949-2ADB-6C47-072B713EB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8C330D-B9B1-4976-94F7-2C1A61829D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956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C229C541-6873-F43E-DF74-1D5E618DB3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6515"/>
            <a:ext cx="9144000" cy="1221565"/>
          </a:xfrm>
        </p:spPr>
        <p:txBody>
          <a:bodyPr>
            <a:normAutofit/>
          </a:bodyPr>
          <a:lstStyle/>
          <a:p>
            <a:r>
              <a:rPr lang="id-ID" sz="8000" b="1" dirty="0">
                <a:latin typeface="+mn-lt"/>
              </a:rPr>
              <a:t>ARRAY</a:t>
            </a:r>
            <a:endParaRPr lang="en-US" sz="8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342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71DDAB47-F740-C08B-71AB-EA40C866E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PENGERTIAN</a:t>
            </a:r>
            <a:endParaRPr lang="en-US" dirty="0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390B70B2-AA77-E54D-45DB-10D5F6BF1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229"/>
            <a:ext cx="10515600" cy="467473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4400" dirty="0"/>
              <a:t>Array </a:t>
            </a:r>
            <a:r>
              <a:rPr lang="en-US" sz="4400" dirty="0" err="1"/>
              <a:t>adalah</a:t>
            </a:r>
            <a:r>
              <a:rPr lang="en-US" sz="4400" dirty="0"/>
              <a:t> </a:t>
            </a:r>
            <a:r>
              <a:rPr lang="en-US" sz="4400" dirty="0" err="1"/>
              <a:t>suatu</a:t>
            </a:r>
            <a:r>
              <a:rPr lang="en-US" sz="4400" dirty="0"/>
              <a:t> </a:t>
            </a:r>
            <a:r>
              <a:rPr lang="en-US" sz="4400" dirty="0" err="1"/>
              <a:t>struktur</a:t>
            </a:r>
            <a:r>
              <a:rPr lang="en-US" sz="4400" dirty="0"/>
              <a:t> yang </a:t>
            </a:r>
            <a:r>
              <a:rPr lang="en-US" sz="4400" dirty="0" err="1"/>
              <a:t>terdiri</a:t>
            </a:r>
            <a:r>
              <a:rPr lang="en-US" sz="4400" dirty="0"/>
              <a:t> </a:t>
            </a:r>
            <a:r>
              <a:rPr lang="en-US" sz="4400" dirty="0" err="1"/>
              <a:t>dari</a:t>
            </a:r>
            <a:r>
              <a:rPr lang="en-US" sz="4400" dirty="0"/>
              <a:t> </a:t>
            </a:r>
            <a:r>
              <a:rPr lang="en-US" sz="4400" dirty="0" err="1"/>
              <a:t>sejumlah</a:t>
            </a:r>
            <a:r>
              <a:rPr lang="en-US" sz="4400" dirty="0"/>
              <a:t> </a:t>
            </a:r>
            <a:r>
              <a:rPr lang="en-US" sz="4400" dirty="0" err="1"/>
              <a:t>elemen</a:t>
            </a:r>
            <a:r>
              <a:rPr lang="en-US" sz="4400" dirty="0"/>
              <a:t> yang </a:t>
            </a:r>
            <a:r>
              <a:rPr lang="en-US" sz="4400" dirty="0" err="1"/>
              <a:t>memiliki</a:t>
            </a:r>
            <a:r>
              <a:rPr lang="en-US" sz="4400" dirty="0"/>
              <a:t> </a:t>
            </a:r>
            <a:r>
              <a:rPr lang="en-US" sz="4400" dirty="0" err="1"/>
              <a:t>tipe</a:t>
            </a:r>
            <a:r>
              <a:rPr lang="en-US" sz="4400" dirty="0"/>
              <a:t> data yang </a:t>
            </a:r>
            <a:r>
              <a:rPr lang="en-US" sz="4400" dirty="0" err="1"/>
              <a:t>sama</a:t>
            </a:r>
            <a:r>
              <a:rPr lang="en-US" sz="4400" dirty="0"/>
              <a:t>. </a:t>
            </a:r>
            <a:r>
              <a:rPr lang="en-US" sz="4400" dirty="0" err="1"/>
              <a:t>Elemen-elemen</a:t>
            </a:r>
            <a:r>
              <a:rPr lang="en-US" sz="4400" dirty="0"/>
              <a:t> array </a:t>
            </a:r>
            <a:r>
              <a:rPr lang="en-US" sz="4400" dirty="0" err="1"/>
              <a:t>tersusun</a:t>
            </a:r>
            <a:r>
              <a:rPr lang="en-US" sz="4400" dirty="0"/>
              <a:t> </a:t>
            </a:r>
            <a:r>
              <a:rPr lang="en-US" sz="4400" dirty="0" err="1"/>
              <a:t>secara</a:t>
            </a:r>
            <a:r>
              <a:rPr lang="en-US" sz="4400" dirty="0"/>
              <a:t> </a:t>
            </a:r>
            <a:r>
              <a:rPr lang="en-US" sz="4400" dirty="0" err="1"/>
              <a:t>sekuensial</a:t>
            </a:r>
            <a:r>
              <a:rPr lang="en-US" sz="4400" dirty="0"/>
              <a:t> </a:t>
            </a:r>
            <a:r>
              <a:rPr lang="en-US" sz="4400" dirty="0" err="1"/>
              <a:t>dalam</a:t>
            </a:r>
            <a:r>
              <a:rPr lang="en-US" sz="4400" dirty="0"/>
              <a:t> </a:t>
            </a:r>
            <a:r>
              <a:rPr lang="en-US" sz="4400" dirty="0" err="1"/>
              <a:t>memori</a:t>
            </a:r>
            <a:r>
              <a:rPr lang="en-US" sz="4400" dirty="0"/>
              <a:t> </a:t>
            </a:r>
            <a:r>
              <a:rPr lang="en-US" sz="4400" dirty="0" err="1"/>
              <a:t>komputer</a:t>
            </a:r>
            <a:r>
              <a:rPr lang="en-US" sz="4400" dirty="0"/>
              <a:t>. Array </a:t>
            </a:r>
            <a:r>
              <a:rPr lang="en-US" sz="4400" dirty="0" err="1"/>
              <a:t>dapat</a:t>
            </a:r>
            <a:r>
              <a:rPr lang="en-US" sz="4400" dirty="0"/>
              <a:t> </a:t>
            </a:r>
            <a:r>
              <a:rPr lang="en-US" sz="4400" dirty="0" err="1"/>
              <a:t>berupa</a:t>
            </a:r>
            <a:r>
              <a:rPr lang="en-US" sz="4400" dirty="0"/>
              <a:t> </a:t>
            </a:r>
            <a:r>
              <a:rPr lang="en-US" sz="4400" dirty="0" err="1"/>
              <a:t>satu</a:t>
            </a:r>
            <a:r>
              <a:rPr lang="en-US" sz="4400" dirty="0"/>
              <a:t> </a:t>
            </a:r>
            <a:r>
              <a:rPr lang="en-US" sz="4400" dirty="0" err="1"/>
              <a:t>dimensi</a:t>
            </a:r>
            <a:r>
              <a:rPr lang="en-US" sz="4400" dirty="0"/>
              <a:t>, dua </a:t>
            </a:r>
            <a:r>
              <a:rPr lang="en-US" sz="4400" dirty="0" err="1"/>
              <a:t>dimensi</a:t>
            </a:r>
            <a:r>
              <a:rPr lang="en-US" sz="4400" dirty="0"/>
              <a:t>, </a:t>
            </a:r>
            <a:r>
              <a:rPr lang="en-US" sz="4400" dirty="0" err="1"/>
              <a:t>tiga</a:t>
            </a:r>
            <a:r>
              <a:rPr lang="en-US" sz="4400" dirty="0"/>
              <a:t> </a:t>
            </a:r>
            <a:r>
              <a:rPr lang="en-US" sz="4400" dirty="0" err="1"/>
              <a:t>dimensi</a:t>
            </a:r>
            <a:r>
              <a:rPr lang="en-US" sz="4400" dirty="0"/>
              <a:t> </a:t>
            </a:r>
            <a:r>
              <a:rPr lang="en-US" sz="4400" dirty="0" err="1"/>
              <a:t>ataupun</a:t>
            </a:r>
            <a:r>
              <a:rPr lang="en-US" sz="4400" dirty="0"/>
              <a:t> </a:t>
            </a:r>
            <a:r>
              <a:rPr lang="en-US" sz="4400" dirty="0" err="1"/>
              <a:t>banyak</a:t>
            </a:r>
            <a:r>
              <a:rPr lang="en-US" sz="4400" dirty="0"/>
              <a:t> </a:t>
            </a:r>
            <a:r>
              <a:rPr lang="en-US" sz="4400" dirty="0" err="1"/>
              <a:t>dimensi</a:t>
            </a:r>
            <a:r>
              <a:rPr lang="en-US" sz="4400" dirty="0"/>
              <a:t> (multi </a:t>
            </a:r>
            <a:r>
              <a:rPr lang="en-US" sz="4400" dirty="0" err="1"/>
              <a:t>dimensi</a:t>
            </a:r>
            <a:r>
              <a:rPr lang="en-US" sz="4400" dirty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3865641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E649C463-704A-5FC7-0412-55B99A09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err="1"/>
              <a:t>Array</a:t>
            </a:r>
            <a:r>
              <a:rPr lang="id-ID" dirty="0"/>
              <a:t> Satu Dimensi</a:t>
            </a:r>
            <a:endParaRPr lang="en-US" dirty="0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98BB7206-E032-FC10-C040-C8FAE3E1C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7077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Array Satu </a:t>
            </a:r>
            <a:r>
              <a:rPr lang="en-US" dirty="0" err="1"/>
              <a:t>dimensi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lain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kumpulan</a:t>
            </a:r>
            <a:r>
              <a:rPr lang="en-US" dirty="0"/>
              <a:t> </a:t>
            </a:r>
            <a:r>
              <a:rPr lang="en-US" dirty="0" err="1"/>
              <a:t>elemen-elemen</a:t>
            </a:r>
            <a:r>
              <a:rPr lang="en-US" dirty="0"/>
              <a:t> </a:t>
            </a:r>
            <a:r>
              <a:rPr lang="en-US" dirty="0" err="1"/>
              <a:t>identik</a:t>
            </a:r>
            <a:r>
              <a:rPr lang="en-US" dirty="0"/>
              <a:t> yang </a:t>
            </a:r>
            <a:r>
              <a:rPr lang="en-US" dirty="0" err="1"/>
              <a:t>tersusun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baris. </a:t>
            </a:r>
            <a:r>
              <a:rPr lang="en-US" dirty="0" err="1"/>
              <a:t>Elemen-elemen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tipe</a:t>
            </a:r>
            <a:r>
              <a:rPr lang="en-US" dirty="0"/>
              <a:t> data yang </a:t>
            </a:r>
            <a:r>
              <a:rPr lang="en-US" dirty="0" err="1"/>
              <a:t>sama</a:t>
            </a:r>
            <a:r>
              <a:rPr lang="en-US" dirty="0"/>
              <a:t>,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berbeda</a:t>
            </a:r>
            <a:r>
              <a:rPr lang="en-US" dirty="0"/>
              <a:t>. </a:t>
            </a:r>
            <a:endParaRPr lang="id-ID" dirty="0"/>
          </a:p>
          <a:p>
            <a:pPr marL="0" indent="0">
              <a:buNone/>
            </a:pPr>
            <a:endParaRPr lang="id-ID" dirty="0"/>
          </a:p>
          <a:p>
            <a:pPr marL="0" indent="0">
              <a:buNone/>
            </a:pP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- </a:t>
            </a:r>
            <a:r>
              <a:rPr lang="id-ID" dirty="0"/>
              <a:t>	</a:t>
            </a:r>
            <a:r>
              <a:rPr lang="en-US" dirty="0"/>
              <a:t>0 </a:t>
            </a:r>
            <a:r>
              <a:rPr lang="id-ID" dirty="0"/>
              <a:t>	</a:t>
            </a:r>
            <a:r>
              <a:rPr lang="en-US" dirty="0"/>
              <a:t>1 </a:t>
            </a:r>
            <a:r>
              <a:rPr lang="id-ID" dirty="0"/>
              <a:t>	</a:t>
            </a:r>
            <a:r>
              <a:rPr lang="en-US" dirty="0"/>
              <a:t>2 </a:t>
            </a:r>
            <a:r>
              <a:rPr lang="id-ID" dirty="0"/>
              <a:t>	</a:t>
            </a:r>
            <a:r>
              <a:rPr lang="en-US" dirty="0"/>
              <a:t>3 </a:t>
            </a:r>
            <a:r>
              <a:rPr lang="id-ID" dirty="0"/>
              <a:t>	</a:t>
            </a:r>
            <a:r>
              <a:rPr lang="en-US" dirty="0"/>
              <a:t>4 </a:t>
            </a:r>
            <a:r>
              <a:rPr lang="id-ID" dirty="0"/>
              <a:t>	</a:t>
            </a:r>
            <a:r>
              <a:rPr lang="en-US" dirty="0"/>
              <a:t>5 </a:t>
            </a:r>
            <a:r>
              <a:rPr lang="id-ID" dirty="0"/>
              <a:t>	</a:t>
            </a:r>
            <a:r>
              <a:rPr lang="en-US" dirty="0"/>
              <a:t>6 </a:t>
            </a:r>
            <a:r>
              <a:rPr lang="id-ID" dirty="0"/>
              <a:t>	</a:t>
            </a:r>
            <a:r>
              <a:rPr lang="en-US" dirty="0"/>
              <a:t>7 </a:t>
            </a:r>
            <a:r>
              <a:rPr lang="id-ID" dirty="0"/>
              <a:t>	</a:t>
            </a:r>
            <a:r>
              <a:rPr lang="en-US" dirty="0"/>
              <a:t>8 </a:t>
            </a:r>
            <a:r>
              <a:rPr lang="id-ID" dirty="0"/>
              <a:t>	</a:t>
            </a:r>
            <a:r>
              <a:rPr lang="en-US" dirty="0"/>
              <a:t>9 </a:t>
            </a:r>
            <a:endParaRPr lang="id-ID" dirty="0"/>
          </a:p>
          <a:p>
            <a:pPr marL="0" indent="0">
              <a:buNone/>
            </a:pPr>
            <a:r>
              <a:rPr lang="en-US" dirty="0"/>
              <a:t>Nilai </a:t>
            </a:r>
            <a:r>
              <a:rPr lang="id-ID" dirty="0"/>
              <a:t>		</a:t>
            </a:r>
            <a:r>
              <a:rPr lang="en-US" dirty="0"/>
              <a:t>23</a:t>
            </a:r>
            <a:r>
              <a:rPr lang="id-ID" dirty="0"/>
              <a:t>	</a:t>
            </a:r>
            <a:r>
              <a:rPr lang="en-US" dirty="0"/>
              <a:t> 34 </a:t>
            </a:r>
            <a:r>
              <a:rPr lang="id-ID" dirty="0"/>
              <a:t>	</a:t>
            </a:r>
            <a:r>
              <a:rPr lang="en-US" dirty="0"/>
              <a:t>32</a:t>
            </a:r>
            <a:r>
              <a:rPr lang="id-ID" dirty="0"/>
              <a:t>	</a:t>
            </a:r>
            <a:r>
              <a:rPr lang="en-US" dirty="0"/>
              <a:t> 12 </a:t>
            </a:r>
            <a:r>
              <a:rPr lang="id-ID" dirty="0"/>
              <a:t>	</a:t>
            </a:r>
            <a:r>
              <a:rPr lang="en-US" dirty="0"/>
              <a:t>25 </a:t>
            </a:r>
            <a:r>
              <a:rPr lang="id-ID" dirty="0"/>
              <a:t>	</a:t>
            </a:r>
            <a:r>
              <a:rPr lang="en-US" dirty="0"/>
              <a:t>14 </a:t>
            </a:r>
            <a:r>
              <a:rPr lang="id-ID" dirty="0"/>
              <a:t>	</a:t>
            </a:r>
            <a:r>
              <a:rPr lang="en-US" dirty="0"/>
              <a:t>23 </a:t>
            </a:r>
            <a:r>
              <a:rPr lang="id-ID" dirty="0"/>
              <a:t>	</a:t>
            </a:r>
            <a:r>
              <a:rPr lang="en-US" dirty="0"/>
              <a:t>12 </a:t>
            </a:r>
            <a:r>
              <a:rPr lang="id-ID" dirty="0"/>
              <a:t>	</a:t>
            </a:r>
            <a:r>
              <a:rPr lang="en-US" dirty="0"/>
              <a:t>11 </a:t>
            </a:r>
            <a:r>
              <a:rPr lang="id-ID" dirty="0"/>
              <a:t>	</a:t>
            </a:r>
            <a:r>
              <a:rPr lang="en-US" dirty="0"/>
              <a:t>10 </a:t>
            </a:r>
            <a:endParaRPr lang="id-ID" dirty="0"/>
          </a:p>
          <a:p>
            <a:pPr marL="0" indent="0">
              <a:buNone/>
            </a:pPr>
            <a:endParaRPr lang="id-ID" dirty="0"/>
          </a:p>
          <a:p>
            <a:pPr marL="0" indent="0">
              <a:buNone/>
            </a:pP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umum</a:t>
            </a:r>
            <a:r>
              <a:rPr lang="en-US" dirty="0"/>
              <a:t>: </a:t>
            </a:r>
            <a:r>
              <a:rPr lang="en-US" dirty="0" err="1"/>
              <a:t>NamaArray</a:t>
            </a:r>
            <a:r>
              <a:rPr lang="en-US" dirty="0"/>
              <a:t>[n] = {elemen0, elemen1, elemen2,.....,n}; </a:t>
            </a:r>
            <a:endParaRPr lang="id-ID" dirty="0"/>
          </a:p>
          <a:p>
            <a:pPr marL="0" indent="0">
              <a:buNone/>
            </a:pPr>
            <a:r>
              <a:rPr lang="en-US" dirty="0"/>
              <a:t>n =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elemen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630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6C84A5D3-A7A3-52D2-3ADC-E23ED3BA5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2561"/>
          </a:xfrm>
        </p:spPr>
        <p:txBody>
          <a:bodyPr>
            <a:normAutofit/>
          </a:bodyPr>
          <a:lstStyle/>
          <a:p>
            <a:r>
              <a:rPr lang="id-ID" sz="2800" dirty="0"/>
              <a:t>Contoh program : mencari bilangan terkecil dan terbesar dalam </a:t>
            </a:r>
            <a:r>
              <a:rPr lang="id-ID" sz="2800" dirty="0" err="1"/>
              <a:t>array</a:t>
            </a:r>
            <a:endParaRPr lang="en-US" sz="2800" dirty="0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3965B00E-5B40-E3B0-D62E-7D18F3D2B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3886"/>
            <a:ext cx="10515600" cy="5023077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9800" dirty="0"/>
              <a:t>#include&lt;iostream&gt;</a:t>
            </a:r>
          </a:p>
          <a:p>
            <a:pPr marL="0" indent="0">
              <a:buNone/>
            </a:pPr>
            <a:r>
              <a:rPr lang="en-US" sz="9800" dirty="0"/>
              <a:t>using namespace std;</a:t>
            </a:r>
          </a:p>
          <a:p>
            <a:pPr marL="0" indent="0">
              <a:buNone/>
            </a:pPr>
            <a:r>
              <a:rPr lang="en-US" sz="9800" dirty="0"/>
              <a:t>int main()</a:t>
            </a:r>
          </a:p>
          <a:p>
            <a:pPr marL="0" indent="0">
              <a:buNone/>
            </a:pPr>
            <a:r>
              <a:rPr lang="en-US" sz="9800" dirty="0"/>
              <a:t>{</a:t>
            </a:r>
          </a:p>
          <a:p>
            <a:pPr marL="0" indent="0">
              <a:buNone/>
            </a:pPr>
            <a:r>
              <a:rPr lang="en-US" sz="9800" dirty="0"/>
              <a:t>	int x[10]={45,34,23,34,32,12,65,76,34,23};</a:t>
            </a:r>
          </a:p>
          <a:p>
            <a:pPr marL="0" indent="0">
              <a:buNone/>
            </a:pPr>
            <a:r>
              <a:rPr lang="en-US" sz="9800" dirty="0"/>
              <a:t>	int </a:t>
            </a:r>
            <a:r>
              <a:rPr lang="en-US" sz="9800" dirty="0" err="1"/>
              <a:t>i</a:t>
            </a:r>
            <a:r>
              <a:rPr lang="en-US" sz="9800" dirty="0"/>
              <a:t>;</a:t>
            </a:r>
          </a:p>
          <a:p>
            <a:pPr marL="0" indent="0">
              <a:buNone/>
            </a:pPr>
            <a:r>
              <a:rPr lang="en-US" sz="9800" dirty="0"/>
              <a:t>	int </a:t>
            </a:r>
            <a:r>
              <a:rPr lang="en-US" sz="9800" dirty="0" err="1"/>
              <a:t>maks</a:t>
            </a:r>
            <a:r>
              <a:rPr lang="en-US" sz="9800" dirty="0"/>
              <a:t> = -1000; //</a:t>
            </a:r>
            <a:r>
              <a:rPr lang="en-US" sz="9800" dirty="0" err="1"/>
              <a:t>asumsi</a:t>
            </a:r>
            <a:r>
              <a:rPr lang="en-US" sz="9800" dirty="0"/>
              <a:t> paling minim</a:t>
            </a:r>
          </a:p>
          <a:p>
            <a:pPr marL="0" indent="0">
              <a:buNone/>
            </a:pPr>
            <a:r>
              <a:rPr lang="en-US" sz="9800" dirty="0"/>
              <a:t>	int min = 1000; //</a:t>
            </a:r>
            <a:r>
              <a:rPr lang="en-US" sz="9800" dirty="0" err="1"/>
              <a:t>asumsi</a:t>
            </a:r>
            <a:r>
              <a:rPr lang="en-US" sz="9800" dirty="0"/>
              <a:t> paling </a:t>
            </a:r>
            <a:r>
              <a:rPr lang="en-US" sz="9800" dirty="0" err="1"/>
              <a:t>maksimal</a:t>
            </a:r>
            <a:endParaRPr lang="en-US" sz="9800" dirty="0"/>
          </a:p>
          <a:p>
            <a:pPr marL="0" indent="0">
              <a:buNone/>
            </a:pPr>
            <a:r>
              <a:rPr lang="en-US" sz="9800" dirty="0"/>
              <a:t>	for (</a:t>
            </a:r>
            <a:r>
              <a:rPr lang="en-US" sz="9800" dirty="0" err="1"/>
              <a:t>i</a:t>
            </a:r>
            <a:r>
              <a:rPr lang="en-US" sz="9800" dirty="0"/>
              <a:t>=0;i&lt;10;i++)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741890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AEEF3565-6678-FAE8-98ED-B19DA7DE9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1886"/>
            <a:ext cx="10515600" cy="578507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800" dirty="0"/>
              <a:t>{</a:t>
            </a:r>
          </a:p>
          <a:p>
            <a:pPr marL="0" indent="0">
              <a:buNone/>
            </a:pPr>
            <a:r>
              <a:rPr lang="en-US" sz="3800" dirty="0"/>
              <a:t>		if (x[</a:t>
            </a:r>
            <a:r>
              <a:rPr lang="en-US" sz="3800" dirty="0" err="1"/>
              <a:t>i</a:t>
            </a:r>
            <a:r>
              <a:rPr lang="en-US" sz="3800" dirty="0"/>
              <a:t>]&gt;</a:t>
            </a:r>
            <a:r>
              <a:rPr lang="en-US" sz="3800" dirty="0" err="1"/>
              <a:t>maks</a:t>
            </a:r>
            <a:r>
              <a:rPr lang="en-US" sz="3800" dirty="0"/>
              <a:t>)</a:t>
            </a:r>
          </a:p>
          <a:p>
            <a:pPr marL="0" indent="0">
              <a:buNone/>
            </a:pPr>
            <a:r>
              <a:rPr lang="en-US" sz="3800" dirty="0"/>
              <a:t>		{</a:t>
            </a:r>
          </a:p>
          <a:p>
            <a:pPr marL="0" indent="0">
              <a:buNone/>
            </a:pPr>
            <a:r>
              <a:rPr lang="en-US" sz="3800" dirty="0"/>
              <a:t>			</a:t>
            </a:r>
            <a:r>
              <a:rPr lang="en-US" sz="3800" dirty="0" err="1"/>
              <a:t>maks</a:t>
            </a:r>
            <a:r>
              <a:rPr lang="en-US" sz="3800" dirty="0"/>
              <a:t> = x[</a:t>
            </a:r>
            <a:r>
              <a:rPr lang="en-US" sz="3800" dirty="0" err="1"/>
              <a:t>i</a:t>
            </a:r>
            <a:r>
              <a:rPr lang="en-US" sz="3800" dirty="0"/>
              <a:t>];</a:t>
            </a:r>
          </a:p>
          <a:p>
            <a:pPr marL="0" indent="0">
              <a:buNone/>
            </a:pPr>
            <a:r>
              <a:rPr lang="en-US" sz="3800" dirty="0"/>
              <a:t>		}</a:t>
            </a:r>
          </a:p>
          <a:p>
            <a:pPr marL="0" indent="0">
              <a:buNone/>
            </a:pPr>
            <a:r>
              <a:rPr lang="en-US" sz="3800" dirty="0"/>
              <a:t>		if (x[</a:t>
            </a:r>
            <a:r>
              <a:rPr lang="en-US" sz="3800" dirty="0" err="1"/>
              <a:t>i</a:t>
            </a:r>
            <a:r>
              <a:rPr lang="en-US" sz="3800" dirty="0"/>
              <a:t>]&lt;min)</a:t>
            </a:r>
          </a:p>
          <a:p>
            <a:pPr marL="0" indent="0">
              <a:buNone/>
            </a:pPr>
            <a:r>
              <a:rPr lang="en-US" sz="3800" dirty="0"/>
              <a:t>		{</a:t>
            </a:r>
          </a:p>
          <a:p>
            <a:pPr marL="0" indent="0">
              <a:buNone/>
            </a:pPr>
            <a:r>
              <a:rPr lang="en-US" sz="3800" dirty="0"/>
              <a:t>			min = x[</a:t>
            </a:r>
            <a:r>
              <a:rPr lang="en-US" sz="3800" dirty="0" err="1"/>
              <a:t>i</a:t>
            </a:r>
            <a:r>
              <a:rPr lang="en-US" sz="3800" dirty="0"/>
              <a:t>];</a:t>
            </a:r>
          </a:p>
          <a:p>
            <a:pPr marL="0" indent="0">
              <a:buNone/>
            </a:pPr>
            <a:r>
              <a:rPr lang="en-US" sz="3800" dirty="0"/>
              <a:t>		}</a:t>
            </a:r>
          </a:p>
          <a:p>
            <a:pPr marL="0" indent="0">
              <a:buNone/>
            </a:pPr>
            <a:r>
              <a:rPr lang="en-US" sz="3800" dirty="0"/>
              <a:t>	}</a:t>
            </a:r>
          </a:p>
          <a:p>
            <a:pPr marL="0" indent="0">
              <a:buNone/>
            </a:pPr>
            <a:r>
              <a:rPr lang="en-US" sz="3800" dirty="0"/>
              <a:t>	</a:t>
            </a:r>
            <a:r>
              <a:rPr lang="en-US" sz="3800" dirty="0" err="1"/>
              <a:t>cout</a:t>
            </a:r>
            <a:r>
              <a:rPr lang="en-US" sz="3800" dirty="0"/>
              <a:t>&lt;&lt;"</a:t>
            </a:r>
            <a:r>
              <a:rPr lang="en-US" sz="3800" dirty="0" err="1"/>
              <a:t>nilai</a:t>
            </a:r>
            <a:r>
              <a:rPr lang="en-US" sz="3800" dirty="0"/>
              <a:t> </a:t>
            </a:r>
            <a:r>
              <a:rPr lang="en-US" sz="3800" dirty="0" err="1"/>
              <a:t>maksimum</a:t>
            </a:r>
            <a:r>
              <a:rPr lang="en-US" sz="3800" dirty="0"/>
              <a:t> : "&lt;&lt;</a:t>
            </a:r>
            <a:r>
              <a:rPr lang="en-US" sz="3800" dirty="0" err="1"/>
              <a:t>maks</a:t>
            </a:r>
            <a:r>
              <a:rPr lang="en-US" sz="3800" dirty="0"/>
              <a:t>&lt;&lt;</a:t>
            </a:r>
            <a:r>
              <a:rPr lang="en-US" sz="3800" dirty="0" err="1"/>
              <a:t>endl</a:t>
            </a:r>
            <a:r>
              <a:rPr lang="en-US" sz="3800" dirty="0"/>
              <a:t>;</a:t>
            </a:r>
          </a:p>
          <a:p>
            <a:pPr marL="0" indent="0">
              <a:buNone/>
            </a:pPr>
            <a:r>
              <a:rPr lang="en-US" sz="3800" dirty="0"/>
              <a:t>	</a:t>
            </a:r>
            <a:r>
              <a:rPr lang="en-US" sz="3800" dirty="0" err="1"/>
              <a:t>cout</a:t>
            </a:r>
            <a:r>
              <a:rPr lang="en-US" sz="3800" dirty="0"/>
              <a:t>&lt;&lt;"</a:t>
            </a:r>
            <a:r>
              <a:rPr lang="en-US" sz="3800" dirty="0" err="1"/>
              <a:t>nilai</a:t>
            </a:r>
            <a:r>
              <a:rPr lang="en-US" sz="3800" dirty="0"/>
              <a:t> minimum : "&lt;&lt;min&lt;&lt;</a:t>
            </a:r>
            <a:r>
              <a:rPr lang="en-US" sz="3800" dirty="0" err="1"/>
              <a:t>endl</a:t>
            </a:r>
            <a:r>
              <a:rPr lang="en-US" sz="3800" dirty="0"/>
              <a:t>;</a:t>
            </a:r>
          </a:p>
          <a:p>
            <a:pPr marL="0" indent="0">
              <a:buNone/>
            </a:pPr>
            <a:r>
              <a:rPr lang="en-US" sz="3800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989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B4CCFAF4-CCE5-ACEF-BCDB-9B5C56509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2800" dirty="0"/>
              <a:t>Contoh program : mencari bilangan tertentu dalam </a:t>
            </a:r>
            <a:r>
              <a:rPr lang="id-ID" sz="2800" dirty="0" err="1"/>
              <a:t>array</a:t>
            </a:r>
            <a:r>
              <a:rPr lang="id-ID" sz="2800" dirty="0"/>
              <a:t>, mencari data jumlah data yang ditemukan dan di elemen mana saja bilangan itu ditemukan</a:t>
            </a:r>
            <a:endParaRPr lang="en-US" sz="2800" dirty="0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C9A46C25-7041-35E8-36F1-2C63B7EB0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9086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#include&lt;iostream&gt;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int x[10]={45,34,23,34,32,12,65,76,34,23};</a:t>
            </a:r>
          </a:p>
          <a:p>
            <a:pPr marL="0" indent="0">
              <a:buNone/>
            </a:pPr>
            <a:r>
              <a:rPr lang="en-US" dirty="0"/>
              <a:t>	int </a:t>
            </a:r>
            <a:r>
              <a:rPr lang="en-US" dirty="0" err="1"/>
              <a:t>i,bil,jumlah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bool </a:t>
            </a:r>
            <a:r>
              <a:rPr lang="en-US" dirty="0" err="1"/>
              <a:t>ketemu</a:t>
            </a:r>
            <a:r>
              <a:rPr lang="en-US" dirty="0"/>
              <a:t>=false;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jumlah</a:t>
            </a:r>
            <a:r>
              <a:rPr lang="en-US" dirty="0"/>
              <a:t> = 0;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cout</a:t>
            </a:r>
            <a:r>
              <a:rPr lang="en-US" dirty="0"/>
              <a:t>&lt;&lt;"</a:t>
            </a:r>
            <a:r>
              <a:rPr lang="en-US" dirty="0" err="1"/>
              <a:t>bilangan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dicari</a:t>
            </a:r>
            <a:r>
              <a:rPr lang="en-US" dirty="0"/>
              <a:t> : ";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cin</a:t>
            </a:r>
            <a:r>
              <a:rPr lang="en-US" dirty="0"/>
              <a:t>&gt;&gt;</a:t>
            </a:r>
            <a:r>
              <a:rPr lang="en-US" dirty="0" err="1"/>
              <a:t>bil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393049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7C7C0673-2174-D35B-D571-71A2A10BC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1886"/>
            <a:ext cx="10515600" cy="578507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for (</a:t>
            </a:r>
            <a:r>
              <a:rPr lang="en-US" dirty="0" err="1"/>
              <a:t>i</a:t>
            </a:r>
            <a:r>
              <a:rPr lang="en-US" dirty="0"/>
              <a:t>=0;i&lt;10;i++)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if (x[</a:t>
            </a:r>
            <a:r>
              <a:rPr lang="en-US" dirty="0" err="1"/>
              <a:t>i</a:t>
            </a:r>
            <a:r>
              <a:rPr lang="en-US" dirty="0"/>
              <a:t>]==</a:t>
            </a:r>
            <a:r>
              <a:rPr lang="en-US" dirty="0" err="1"/>
              <a:t>bil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	{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ketemu</a:t>
            </a:r>
            <a:r>
              <a:rPr lang="en-US" dirty="0"/>
              <a:t> = true;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cout</a:t>
            </a:r>
            <a:r>
              <a:rPr lang="en-US" dirty="0"/>
              <a:t>&lt;&lt;"</a:t>
            </a:r>
            <a:r>
              <a:rPr lang="en-US" dirty="0" err="1"/>
              <a:t>bilangan</a:t>
            </a:r>
            <a:r>
              <a:rPr lang="en-US" dirty="0"/>
              <a:t> </a:t>
            </a:r>
            <a:r>
              <a:rPr lang="en-US" dirty="0" err="1"/>
              <a:t>ditemukan</a:t>
            </a:r>
            <a:r>
              <a:rPr lang="en-US" dirty="0"/>
              <a:t> di </a:t>
            </a:r>
            <a:r>
              <a:rPr lang="en-US" dirty="0" err="1"/>
              <a:t>elemen</a:t>
            </a:r>
            <a:r>
              <a:rPr lang="en-US" dirty="0"/>
              <a:t> : "&lt;&lt;</a:t>
            </a:r>
            <a:r>
              <a:rPr lang="en-US" dirty="0" err="1"/>
              <a:t>i</a:t>
            </a:r>
            <a:r>
              <a:rPr lang="en-US" dirty="0"/>
              <a:t>&lt;&lt;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jumlah</a:t>
            </a:r>
            <a:r>
              <a:rPr lang="en-US" dirty="0"/>
              <a:t>++;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74404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88BA31F4-F737-2AB8-227C-035B1EEE4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5686"/>
            <a:ext cx="10515600" cy="586127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if (</a:t>
            </a:r>
            <a:r>
              <a:rPr lang="en-US" dirty="0" err="1"/>
              <a:t>ketemu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cout</a:t>
            </a:r>
            <a:r>
              <a:rPr lang="en-US" dirty="0"/>
              <a:t>&lt;&lt;"</a:t>
            </a:r>
            <a:r>
              <a:rPr lang="en-US" dirty="0" err="1"/>
              <a:t>jumlah</a:t>
            </a:r>
            <a:r>
              <a:rPr lang="en-US" dirty="0"/>
              <a:t> data : "&lt;&lt;</a:t>
            </a:r>
            <a:r>
              <a:rPr lang="en-US" dirty="0" err="1"/>
              <a:t>jumlah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else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cout</a:t>
            </a:r>
            <a:r>
              <a:rPr lang="en-US" dirty="0"/>
              <a:t>&lt;&lt;"</a:t>
            </a:r>
            <a:r>
              <a:rPr lang="en-US" dirty="0" err="1"/>
              <a:t>bilangan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ditemukan</a:t>
            </a:r>
            <a:r>
              <a:rPr lang="en-US" dirty="0"/>
              <a:t>";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51860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Judul 1">
            <a:extLst>
              <a:ext uri="{FF2B5EF4-FFF2-40B4-BE49-F238E27FC236}">
                <a16:creationId xmlns:a16="http://schemas.microsoft.com/office/drawing/2014/main" id="{FC7513ED-267C-2D6C-2CB7-DCA961F35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err="1"/>
              <a:t>Array</a:t>
            </a:r>
            <a:r>
              <a:rPr lang="id-ID" dirty="0"/>
              <a:t> Dua Dimensi</a:t>
            </a:r>
            <a:endParaRPr lang="en-US" dirty="0"/>
          </a:p>
        </p:txBody>
      </p:sp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04D31ADB-F895-395E-3027-419E62626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Array dua </a:t>
            </a:r>
            <a:r>
              <a:rPr lang="en-US" sz="3600" dirty="0" err="1"/>
              <a:t>dimensi</a:t>
            </a:r>
            <a:r>
              <a:rPr lang="en-US" sz="3600" dirty="0"/>
              <a:t> </a:t>
            </a:r>
            <a:r>
              <a:rPr lang="en-US" sz="3600" dirty="0" err="1"/>
              <a:t>sering</a:t>
            </a:r>
            <a:r>
              <a:rPr lang="en-US" sz="3600" dirty="0"/>
              <a:t> </a:t>
            </a:r>
            <a:r>
              <a:rPr lang="en-US" sz="3600" dirty="0" err="1"/>
              <a:t>digambarkan</a:t>
            </a:r>
            <a:r>
              <a:rPr lang="en-US" sz="3600" dirty="0"/>
              <a:t> </a:t>
            </a:r>
            <a:r>
              <a:rPr lang="en-US" sz="3600" dirty="0" err="1"/>
              <a:t>sebagai</a:t>
            </a:r>
            <a:r>
              <a:rPr lang="en-US" sz="3600" dirty="0"/>
              <a:t> </a:t>
            </a:r>
            <a:r>
              <a:rPr lang="en-US" sz="3600" dirty="0" err="1"/>
              <a:t>sebuah</a:t>
            </a:r>
            <a:r>
              <a:rPr lang="en-US" sz="3600" dirty="0"/>
              <a:t> </a:t>
            </a:r>
            <a:r>
              <a:rPr lang="en-US" sz="3600" dirty="0" err="1"/>
              <a:t>matriks</a:t>
            </a:r>
            <a:r>
              <a:rPr lang="en-US" sz="3600" dirty="0"/>
              <a:t>, </a:t>
            </a:r>
            <a:r>
              <a:rPr lang="en-US" sz="3600" dirty="0" err="1"/>
              <a:t>merupakan</a:t>
            </a:r>
            <a:r>
              <a:rPr lang="en-US" sz="3600" dirty="0"/>
              <a:t> </a:t>
            </a:r>
            <a:r>
              <a:rPr lang="en-US" sz="3600" dirty="0" err="1"/>
              <a:t>perluasan</a:t>
            </a:r>
            <a:r>
              <a:rPr lang="en-US" sz="3600" dirty="0"/>
              <a:t> </a:t>
            </a:r>
            <a:r>
              <a:rPr lang="en-US" sz="3600" dirty="0" err="1"/>
              <a:t>dari</a:t>
            </a:r>
            <a:r>
              <a:rPr lang="en-US" sz="3600" dirty="0"/>
              <a:t> array </a:t>
            </a:r>
            <a:r>
              <a:rPr lang="en-US" sz="3600" dirty="0" err="1"/>
              <a:t>satu</a:t>
            </a:r>
            <a:r>
              <a:rPr lang="en-US" sz="3600" dirty="0"/>
              <a:t> </a:t>
            </a:r>
            <a:r>
              <a:rPr lang="en-US" sz="3600" dirty="0" err="1"/>
              <a:t>dimensi</a:t>
            </a:r>
            <a:r>
              <a:rPr lang="en-US" sz="3600" dirty="0"/>
              <a:t>. Jika array </a:t>
            </a:r>
            <a:r>
              <a:rPr lang="en-US" sz="3600" dirty="0" err="1"/>
              <a:t>satu</a:t>
            </a:r>
            <a:r>
              <a:rPr lang="en-US" sz="3600" dirty="0"/>
              <a:t> </a:t>
            </a:r>
            <a:r>
              <a:rPr lang="en-US" sz="3600" dirty="0" err="1"/>
              <a:t>dimensi</a:t>
            </a:r>
            <a:r>
              <a:rPr lang="en-US" sz="3600" dirty="0"/>
              <a:t> </a:t>
            </a:r>
            <a:r>
              <a:rPr lang="en-US" sz="3600" dirty="0" err="1"/>
              <a:t>hanya</a:t>
            </a:r>
            <a:r>
              <a:rPr lang="en-US" sz="3600" dirty="0"/>
              <a:t> </a:t>
            </a:r>
            <a:r>
              <a:rPr lang="en-US" sz="3600" dirty="0" err="1"/>
              <a:t>terdiri</a:t>
            </a:r>
            <a:r>
              <a:rPr lang="en-US" sz="3600" dirty="0"/>
              <a:t> </a:t>
            </a:r>
            <a:r>
              <a:rPr lang="en-US" sz="3600" dirty="0" err="1"/>
              <a:t>dari</a:t>
            </a:r>
            <a:r>
              <a:rPr lang="en-US" sz="3600" dirty="0"/>
              <a:t> </a:t>
            </a:r>
            <a:r>
              <a:rPr lang="en-US" sz="3600" dirty="0" err="1"/>
              <a:t>sebuah</a:t>
            </a:r>
            <a:r>
              <a:rPr lang="en-US" sz="3600" dirty="0"/>
              <a:t> baris dan </a:t>
            </a:r>
            <a:r>
              <a:rPr lang="en-US" sz="3600" dirty="0" err="1"/>
              <a:t>beberapa</a:t>
            </a:r>
            <a:r>
              <a:rPr lang="en-US" sz="3600" dirty="0"/>
              <a:t> </a:t>
            </a:r>
            <a:r>
              <a:rPr lang="en-US" sz="3600" dirty="0" err="1"/>
              <a:t>kolom</a:t>
            </a:r>
            <a:r>
              <a:rPr lang="en-US" sz="3600" dirty="0"/>
              <a:t> </a:t>
            </a:r>
            <a:r>
              <a:rPr lang="en-US" sz="3600" dirty="0" err="1"/>
              <a:t>elemen</a:t>
            </a:r>
            <a:r>
              <a:rPr lang="en-US" sz="3600" dirty="0"/>
              <a:t>, </a:t>
            </a:r>
            <a:r>
              <a:rPr lang="en-US" sz="3600" dirty="0" err="1"/>
              <a:t>maka</a:t>
            </a:r>
            <a:r>
              <a:rPr lang="en-US" sz="3600" dirty="0"/>
              <a:t> array dua </a:t>
            </a:r>
            <a:r>
              <a:rPr lang="en-US" sz="3600" dirty="0" err="1"/>
              <a:t>dimensi</a:t>
            </a:r>
            <a:r>
              <a:rPr lang="en-US" sz="3600" dirty="0"/>
              <a:t> </a:t>
            </a:r>
            <a:r>
              <a:rPr lang="en-US" sz="3600" dirty="0" err="1"/>
              <a:t>terdiri</a:t>
            </a:r>
            <a:r>
              <a:rPr lang="en-US" sz="3600" dirty="0"/>
              <a:t> </a:t>
            </a:r>
            <a:r>
              <a:rPr lang="en-US" sz="3600" dirty="0" err="1"/>
              <a:t>dari</a:t>
            </a:r>
            <a:r>
              <a:rPr lang="en-US" sz="3600" dirty="0"/>
              <a:t> </a:t>
            </a:r>
            <a:r>
              <a:rPr lang="en-US" sz="3600" dirty="0" err="1"/>
              <a:t>beberapa</a:t>
            </a:r>
            <a:r>
              <a:rPr lang="en-US" sz="3600" dirty="0"/>
              <a:t> baris dan </a:t>
            </a:r>
            <a:r>
              <a:rPr lang="en-US" sz="3600" dirty="0" err="1"/>
              <a:t>beberapa</a:t>
            </a:r>
            <a:r>
              <a:rPr lang="en-US" sz="3600" dirty="0"/>
              <a:t> </a:t>
            </a:r>
            <a:r>
              <a:rPr lang="en-US" sz="3600" dirty="0" err="1"/>
              <a:t>kolom</a:t>
            </a:r>
            <a:r>
              <a:rPr lang="en-US" sz="3600" dirty="0"/>
              <a:t> </a:t>
            </a:r>
            <a:r>
              <a:rPr lang="en-US" sz="3600" dirty="0" err="1"/>
              <a:t>elemen</a:t>
            </a:r>
            <a:r>
              <a:rPr lang="en-US" sz="3600" dirty="0"/>
              <a:t> yang </a:t>
            </a:r>
            <a:r>
              <a:rPr lang="en-US" sz="3600" dirty="0" err="1"/>
              <a:t>bertipe</a:t>
            </a:r>
            <a:r>
              <a:rPr lang="en-US" sz="3600" dirty="0"/>
              <a:t> </a:t>
            </a:r>
            <a:r>
              <a:rPr lang="en-US" sz="3600" dirty="0" err="1"/>
              <a:t>sama</a:t>
            </a:r>
            <a:r>
              <a:rPr lang="en-US" sz="3600" dirty="0"/>
              <a:t> </a:t>
            </a:r>
            <a:r>
              <a:rPr lang="en-US" sz="3600" dirty="0" err="1"/>
              <a:t>sehingga</a:t>
            </a:r>
            <a:r>
              <a:rPr lang="en-US" sz="3600" dirty="0"/>
              <a:t> </a:t>
            </a:r>
            <a:r>
              <a:rPr lang="en-US" sz="3600" dirty="0" err="1"/>
              <a:t>dapat</a:t>
            </a:r>
            <a:r>
              <a:rPr lang="en-US" sz="3600" dirty="0"/>
              <a:t> </a:t>
            </a:r>
            <a:r>
              <a:rPr lang="en-US" sz="3600" dirty="0" err="1"/>
              <a:t>digambarkan</a:t>
            </a:r>
            <a:r>
              <a:rPr lang="en-US" sz="3600" dirty="0"/>
              <a:t> </a:t>
            </a:r>
            <a:r>
              <a:rPr lang="en-US" sz="3600" dirty="0" err="1"/>
              <a:t>sebagai</a:t>
            </a:r>
            <a:r>
              <a:rPr lang="en-US" sz="3600" dirty="0"/>
              <a:t> </a:t>
            </a:r>
            <a:r>
              <a:rPr lang="en-US" sz="3600" dirty="0" err="1"/>
              <a:t>berikut</a:t>
            </a:r>
            <a:r>
              <a:rPr lang="en-US" sz="3600" dirty="0"/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564323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B334FEFA-84E1-6200-E0A7-9688B067A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599" y="359229"/>
            <a:ext cx="11604171" cy="58177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d-ID" sz="3600" dirty="0"/>
              <a:t>	</a:t>
            </a:r>
            <a:r>
              <a:rPr lang="en-US" sz="3600" dirty="0"/>
              <a:t>0 </a:t>
            </a:r>
            <a:r>
              <a:rPr lang="id-ID" sz="3600" dirty="0"/>
              <a:t>	</a:t>
            </a:r>
            <a:r>
              <a:rPr lang="en-US" sz="3600" dirty="0"/>
              <a:t>1 </a:t>
            </a:r>
            <a:r>
              <a:rPr lang="id-ID" sz="3600" dirty="0"/>
              <a:t>	</a:t>
            </a:r>
            <a:r>
              <a:rPr lang="en-US" sz="3600" dirty="0"/>
              <a:t>2 </a:t>
            </a:r>
            <a:r>
              <a:rPr lang="id-ID" sz="3600" dirty="0"/>
              <a:t>	</a:t>
            </a:r>
            <a:r>
              <a:rPr lang="en-US" sz="3600" dirty="0"/>
              <a:t>3 </a:t>
            </a:r>
            <a:r>
              <a:rPr lang="id-ID" sz="3600" dirty="0"/>
              <a:t>	</a:t>
            </a:r>
            <a:r>
              <a:rPr lang="en-US" sz="3600" dirty="0"/>
              <a:t>4 </a:t>
            </a:r>
            <a:r>
              <a:rPr lang="id-ID" sz="3600" dirty="0"/>
              <a:t>	</a:t>
            </a:r>
            <a:r>
              <a:rPr lang="en-US" sz="3600" dirty="0"/>
              <a:t>5 </a:t>
            </a:r>
            <a:r>
              <a:rPr lang="id-ID" sz="3600" dirty="0"/>
              <a:t>	</a:t>
            </a:r>
            <a:r>
              <a:rPr lang="en-US" sz="3600" dirty="0"/>
              <a:t>6 </a:t>
            </a:r>
            <a:endParaRPr lang="id-ID" sz="3600" dirty="0"/>
          </a:p>
          <a:p>
            <a:pPr marL="0" indent="0">
              <a:buNone/>
            </a:pPr>
            <a:r>
              <a:rPr lang="en-US" sz="3600" dirty="0"/>
              <a:t>0 </a:t>
            </a:r>
            <a:r>
              <a:rPr lang="id-ID" sz="3600" dirty="0"/>
              <a:t>	</a:t>
            </a:r>
            <a:r>
              <a:rPr lang="en-US" sz="3600" dirty="0"/>
              <a:t>10 </a:t>
            </a:r>
            <a:r>
              <a:rPr lang="id-ID" sz="3600" dirty="0"/>
              <a:t>	</a:t>
            </a:r>
            <a:r>
              <a:rPr lang="en-US" sz="3600" dirty="0"/>
              <a:t>21 </a:t>
            </a:r>
            <a:r>
              <a:rPr lang="id-ID" sz="3600" dirty="0"/>
              <a:t>	</a:t>
            </a:r>
            <a:r>
              <a:rPr lang="en-US" sz="3600" dirty="0"/>
              <a:t>23 </a:t>
            </a:r>
            <a:r>
              <a:rPr lang="id-ID" sz="3600" dirty="0"/>
              <a:t>	</a:t>
            </a:r>
            <a:r>
              <a:rPr lang="en-US" sz="3600" dirty="0"/>
              <a:t>43 </a:t>
            </a:r>
            <a:r>
              <a:rPr lang="id-ID" sz="3600" dirty="0"/>
              <a:t>	</a:t>
            </a:r>
            <a:r>
              <a:rPr lang="en-US" sz="3600" dirty="0"/>
              <a:t>45 </a:t>
            </a:r>
            <a:r>
              <a:rPr lang="id-ID" sz="3600" dirty="0"/>
              <a:t>	</a:t>
            </a:r>
            <a:r>
              <a:rPr lang="en-US" sz="3600" dirty="0"/>
              <a:t>78</a:t>
            </a:r>
            <a:r>
              <a:rPr lang="id-ID" sz="3600" dirty="0"/>
              <a:t>	</a:t>
            </a:r>
            <a:r>
              <a:rPr lang="en-US" sz="3600" dirty="0"/>
              <a:t>65 </a:t>
            </a:r>
            <a:endParaRPr lang="id-ID" sz="3600" dirty="0"/>
          </a:p>
          <a:p>
            <a:pPr marL="0" indent="0">
              <a:buNone/>
            </a:pPr>
            <a:r>
              <a:rPr lang="en-US" sz="3600" dirty="0"/>
              <a:t>1 </a:t>
            </a:r>
            <a:r>
              <a:rPr lang="id-ID" sz="3600" dirty="0"/>
              <a:t>	</a:t>
            </a:r>
            <a:r>
              <a:rPr lang="en-US" sz="3600" dirty="0"/>
              <a:t>45 </a:t>
            </a:r>
            <a:r>
              <a:rPr lang="id-ID" sz="3600" dirty="0"/>
              <a:t>	</a:t>
            </a:r>
            <a:r>
              <a:rPr lang="en-US" sz="3600" dirty="0"/>
              <a:t>43 </a:t>
            </a:r>
            <a:r>
              <a:rPr lang="id-ID" sz="3600" dirty="0"/>
              <a:t>	</a:t>
            </a:r>
            <a:r>
              <a:rPr lang="en-US" sz="3600" dirty="0"/>
              <a:t>65 </a:t>
            </a:r>
            <a:r>
              <a:rPr lang="id-ID" sz="3600" dirty="0"/>
              <a:t>	</a:t>
            </a:r>
            <a:r>
              <a:rPr lang="en-US" sz="3600" dirty="0"/>
              <a:t>12 </a:t>
            </a:r>
            <a:r>
              <a:rPr lang="id-ID" sz="3600" dirty="0"/>
              <a:t>	</a:t>
            </a:r>
            <a:r>
              <a:rPr lang="en-US" sz="3600" dirty="0"/>
              <a:t>21 </a:t>
            </a:r>
            <a:r>
              <a:rPr lang="id-ID" sz="3600" dirty="0"/>
              <a:t>	</a:t>
            </a:r>
            <a:r>
              <a:rPr lang="en-US" sz="3600" dirty="0"/>
              <a:t>12 </a:t>
            </a:r>
            <a:r>
              <a:rPr lang="id-ID" sz="3600" dirty="0"/>
              <a:t>	</a:t>
            </a:r>
            <a:r>
              <a:rPr lang="en-US" sz="3600" dirty="0"/>
              <a:t>21 </a:t>
            </a:r>
            <a:endParaRPr lang="id-ID" sz="3600" dirty="0"/>
          </a:p>
          <a:p>
            <a:pPr marL="0" indent="0">
              <a:buNone/>
            </a:pPr>
            <a:r>
              <a:rPr lang="en-US" sz="3600" dirty="0"/>
              <a:t>2 </a:t>
            </a:r>
            <a:r>
              <a:rPr lang="id-ID" sz="3600" dirty="0"/>
              <a:t>	</a:t>
            </a:r>
            <a:r>
              <a:rPr lang="en-US" sz="3600" dirty="0"/>
              <a:t>32 </a:t>
            </a:r>
            <a:r>
              <a:rPr lang="id-ID" sz="3600" dirty="0"/>
              <a:t>	</a:t>
            </a:r>
            <a:r>
              <a:rPr lang="en-US" sz="3600" dirty="0"/>
              <a:t>34 </a:t>
            </a:r>
            <a:r>
              <a:rPr lang="id-ID" sz="3600" dirty="0"/>
              <a:t>	</a:t>
            </a:r>
            <a:r>
              <a:rPr lang="en-US" sz="3600" dirty="0"/>
              <a:t>23 </a:t>
            </a:r>
            <a:r>
              <a:rPr lang="id-ID" sz="3600" dirty="0"/>
              <a:t>	</a:t>
            </a:r>
            <a:r>
              <a:rPr lang="en-US" sz="3600" dirty="0"/>
              <a:t>56 </a:t>
            </a:r>
            <a:r>
              <a:rPr lang="id-ID" sz="3600" dirty="0"/>
              <a:t>	</a:t>
            </a:r>
            <a:r>
              <a:rPr lang="en-US" sz="3600" dirty="0"/>
              <a:t>54 </a:t>
            </a:r>
            <a:r>
              <a:rPr lang="id-ID" sz="3600" dirty="0"/>
              <a:t>	</a:t>
            </a:r>
            <a:r>
              <a:rPr lang="en-US" sz="3600" dirty="0"/>
              <a:t>34 </a:t>
            </a:r>
            <a:r>
              <a:rPr lang="id-ID" sz="3600" dirty="0"/>
              <a:t>	</a:t>
            </a:r>
            <a:r>
              <a:rPr lang="en-US" sz="3600" dirty="0"/>
              <a:t>45 </a:t>
            </a:r>
            <a:endParaRPr lang="id-ID" sz="3600" dirty="0"/>
          </a:p>
          <a:p>
            <a:pPr marL="0" indent="0">
              <a:buNone/>
            </a:pPr>
            <a:r>
              <a:rPr lang="en-US" sz="3600" dirty="0"/>
              <a:t>3 </a:t>
            </a:r>
            <a:r>
              <a:rPr lang="id-ID" sz="3600" dirty="0"/>
              <a:t>	</a:t>
            </a:r>
            <a:r>
              <a:rPr lang="en-US" sz="3600" dirty="0"/>
              <a:t>11 </a:t>
            </a:r>
            <a:r>
              <a:rPr lang="id-ID" sz="3600" dirty="0"/>
              <a:t>	</a:t>
            </a:r>
            <a:r>
              <a:rPr lang="en-US" sz="3600" dirty="0"/>
              <a:t>12 </a:t>
            </a:r>
            <a:r>
              <a:rPr lang="id-ID" sz="3600" dirty="0"/>
              <a:t>	</a:t>
            </a:r>
            <a:r>
              <a:rPr lang="en-US" sz="3600" dirty="0"/>
              <a:t>32 </a:t>
            </a:r>
            <a:r>
              <a:rPr lang="id-ID" sz="3600" dirty="0"/>
              <a:t>	</a:t>
            </a:r>
            <a:r>
              <a:rPr lang="en-US" sz="3600" dirty="0"/>
              <a:t>23 </a:t>
            </a:r>
            <a:r>
              <a:rPr lang="id-ID" sz="3600" dirty="0"/>
              <a:t>	</a:t>
            </a:r>
            <a:r>
              <a:rPr lang="en-US" sz="3600" dirty="0"/>
              <a:t>56 </a:t>
            </a:r>
            <a:r>
              <a:rPr lang="id-ID" sz="3600" dirty="0"/>
              <a:t>	</a:t>
            </a:r>
            <a:r>
              <a:rPr lang="en-US" sz="3600" dirty="0"/>
              <a:t>76 </a:t>
            </a:r>
            <a:r>
              <a:rPr lang="id-ID" sz="3600" dirty="0"/>
              <a:t>	</a:t>
            </a:r>
            <a:r>
              <a:rPr lang="en-US" sz="3600" dirty="0"/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3364313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8251DF3A-1C62-B69A-1DAE-713DE5FA5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0114"/>
            <a:ext cx="10515600" cy="5806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 err="1"/>
              <a:t>Bentuk</a:t>
            </a:r>
            <a:r>
              <a:rPr lang="en-US" sz="3600" dirty="0"/>
              <a:t> </a:t>
            </a:r>
            <a:r>
              <a:rPr lang="en-US" sz="3600" dirty="0" err="1"/>
              <a:t>umum</a:t>
            </a:r>
            <a:r>
              <a:rPr lang="en-US" sz="3600" dirty="0"/>
              <a:t>: </a:t>
            </a:r>
            <a:r>
              <a:rPr lang="en-US" sz="3600" dirty="0" err="1"/>
              <a:t>NamaArray</a:t>
            </a:r>
            <a:r>
              <a:rPr lang="en-US" sz="3600" dirty="0"/>
              <a:t> [m][n]; </a:t>
            </a:r>
            <a:endParaRPr lang="id-ID" sz="3600" dirty="0"/>
          </a:p>
          <a:p>
            <a:pPr marL="0" indent="0">
              <a:buNone/>
            </a:pPr>
            <a:r>
              <a:rPr lang="en-US" sz="3600" dirty="0" err="1"/>
              <a:t>Atau</a:t>
            </a:r>
            <a:r>
              <a:rPr lang="en-US" sz="3600" dirty="0"/>
              <a:t> </a:t>
            </a:r>
            <a:r>
              <a:rPr lang="en-US" sz="3600" dirty="0" err="1"/>
              <a:t>NamaArray</a:t>
            </a:r>
            <a:r>
              <a:rPr lang="en-US" sz="3600" dirty="0"/>
              <a:t> [m][n] = { {</a:t>
            </a:r>
            <a:r>
              <a:rPr lang="en-US" sz="3600" dirty="0" err="1"/>
              <a:t>a,b,..z</a:t>
            </a:r>
            <a:r>
              <a:rPr lang="en-US" sz="3600" dirty="0"/>
              <a:t>},{1,2,...,n-1} }; </a:t>
            </a:r>
            <a:endParaRPr lang="id-ID" sz="3600" dirty="0"/>
          </a:p>
          <a:p>
            <a:pPr marL="0" indent="0">
              <a:buNone/>
            </a:pPr>
            <a:r>
              <a:rPr lang="en-US" sz="3600" dirty="0" err="1"/>
              <a:t>Contoh</a:t>
            </a:r>
            <a:r>
              <a:rPr lang="en-US" sz="3600" dirty="0"/>
              <a:t>: double matrix[4][4]; </a:t>
            </a:r>
            <a:endParaRPr lang="id-ID" sz="3600" dirty="0"/>
          </a:p>
          <a:p>
            <a:pPr marL="0" indent="0">
              <a:buNone/>
            </a:pPr>
            <a:r>
              <a:rPr lang="en-US" sz="3600" dirty="0"/>
              <a:t>bool </a:t>
            </a:r>
            <a:r>
              <a:rPr lang="en-US" sz="3600" dirty="0" err="1"/>
              <a:t>papan</a:t>
            </a:r>
            <a:r>
              <a:rPr lang="en-US" sz="3600" dirty="0"/>
              <a:t>[2][2] = { {</a:t>
            </a:r>
            <a:r>
              <a:rPr lang="en-US" sz="3600" dirty="0" err="1"/>
              <a:t>true,false</a:t>
            </a:r>
            <a:r>
              <a:rPr lang="en-US" sz="3600" dirty="0"/>
              <a:t>},{</a:t>
            </a:r>
            <a:r>
              <a:rPr lang="en-US" sz="3600" dirty="0" err="1"/>
              <a:t>true,false</a:t>
            </a:r>
            <a:r>
              <a:rPr lang="en-US" sz="3600" dirty="0"/>
              <a:t>} }; </a:t>
            </a:r>
            <a:endParaRPr lang="id-ID" sz="3600" dirty="0"/>
          </a:p>
          <a:p>
            <a:pPr marL="0" indent="0">
              <a:buNone/>
            </a:pPr>
            <a:endParaRPr lang="id-ID" sz="3600" dirty="0"/>
          </a:p>
          <a:p>
            <a:pPr marL="0" indent="0">
              <a:buNone/>
            </a:pPr>
            <a:r>
              <a:rPr lang="en-US" sz="3600" dirty="0" err="1"/>
              <a:t>Pendeklarasian</a:t>
            </a:r>
            <a:r>
              <a:rPr lang="en-US" sz="3600" dirty="0"/>
              <a:t> array dua </a:t>
            </a:r>
            <a:r>
              <a:rPr lang="en-US" sz="3600" dirty="0" err="1"/>
              <a:t>dimensi</a:t>
            </a:r>
            <a:r>
              <a:rPr lang="en-US" sz="3600" dirty="0"/>
              <a:t> </a:t>
            </a:r>
            <a:r>
              <a:rPr lang="en-US" sz="3600" dirty="0" err="1"/>
              <a:t>hampir</a:t>
            </a:r>
            <a:r>
              <a:rPr lang="en-US" sz="3600" dirty="0"/>
              <a:t> </a:t>
            </a:r>
            <a:r>
              <a:rPr lang="en-US" sz="3600" dirty="0" err="1"/>
              <a:t>sama</a:t>
            </a:r>
            <a:r>
              <a:rPr lang="en-US" sz="3600" dirty="0"/>
              <a:t> </a:t>
            </a:r>
            <a:r>
              <a:rPr lang="en-US" sz="3600" dirty="0" err="1"/>
              <a:t>dengan</a:t>
            </a:r>
            <a:r>
              <a:rPr lang="en-US" sz="3600" dirty="0"/>
              <a:t> </a:t>
            </a:r>
            <a:r>
              <a:rPr lang="en-US" sz="3600" dirty="0" err="1"/>
              <a:t>pendeklarasian</a:t>
            </a:r>
            <a:r>
              <a:rPr lang="en-US" sz="3600" dirty="0"/>
              <a:t> array </a:t>
            </a:r>
            <a:r>
              <a:rPr lang="en-US" sz="3600" dirty="0" err="1"/>
              <a:t>satu</a:t>
            </a:r>
            <a:r>
              <a:rPr lang="en-US" sz="3600" dirty="0"/>
              <a:t> </a:t>
            </a:r>
            <a:r>
              <a:rPr lang="en-US" sz="3600" dirty="0" err="1"/>
              <a:t>dimensi</a:t>
            </a:r>
            <a:r>
              <a:rPr lang="en-US" sz="3600" dirty="0"/>
              <a:t>, </a:t>
            </a:r>
            <a:r>
              <a:rPr lang="en-US" sz="3600" dirty="0" err="1"/>
              <a:t>kecuali</a:t>
            </a:r>
            <a:r>
              <a:rPr lang="en-US" sz="3600" dirty="0"/>
              <a:t> </a:t>
            </a:r>
            <a:r>
              <a:rPr lang="en-US" sz="3600" dirty="0" err="1"/>
              <a:t>bahwa</a:t>
            </a:r>
            <a:r>
              <a:rPr lang="en-US" sz="3600" dirty="0"/>
              <a:t> array dua </a:t>
            </a:r>
            <a:r>
              <a:rPr lang="en-US" sz="3600" dirty="0" err="1"/>
              <a:t>dimensi</a:t>
            </a:r>
            <a:r>
              <a:rPr lang="en-US" sz="3600" dirty="0"/>
              <a:t> </a:t>
            </a:r>
            <a:r>
              <a:rPr lang="en-US" sz="3600" dirty="0" err="1"/>
              <a:t>terdapat</a:t>
            </a:r>
            <a:r>
              <a:rPr lang="en-US" sz="3600" dirty="0"/>
              <a:t> dua </a:t>
            </a:r>
            <a:r>
              <a:rPr lang="en-US" sz="3600" dirty="0" err="1"/>
              <a:t>jumlah</a:t>
            </a:r>
            <a:r>
              <a:rPr lang="en-US" sz="3600" dirty="0"/>
              <a:t> </a:t>
            </a:r>
            <a:r>
              <a:rPr lang="en-US" sz="3600" dirty="0" err="1"/>
              <a:t>elemen</a:t>
            </a:r>
            <a:r>
              <a:rPr lang="en-US" sz="3600" dirty="0"/>
              <a:t> yang </a:t>
            </a:r>
            <a:r>
              <a:rPr lang="en-US" sz="3600" dirty="0" err="1"/>
              <a:t>terdapat</a:t>
            </a:r>
            <a:r>
              <a:rPr lang="en-US" sz="3600" dirty="0"/>
              <a:t> di </a:t>
            </a:r>
            <a:r>
              <a:rPr lang="en-US" sz="3600" dirty="0" err="1"/>
              <a:t>dalam</a:t>
            </a:r>
            <a:r>
              <a:rPr lang="en-US" sz="3600" dirty="0"/>
              <a:t> </a:t>
            </a:r>
            <a:r>
              <a:rPr lang="en-US" sz="3600" dirty="0" err="1"/>
              <a:t>kurung</a:t>
            </a:r>
            <a:r>
              <a:rPr lang="en-US" sz="3600" dirty="0"/>
              <a:t> siku dan </a:t>
            </a:r>
            <a:r>
              <a:rPr lang="en-US" sz="3600" dirty="0" err="1"/>
              <a:t>keduanya</a:t>
            </a:r>
            <a:r>
              <a:rPr lang="en-US" sz="3600" dirty="0"/>
              <a:t> </a:t>
            </a:r>
            <a:r>
              <a:rPr lang="en-US" sz="3600" dirty="0" err="1"/>
              <a:t>boleh</a:t>
            </a:r>
            <a:r>
              <a:rPr lang="en-US" sz="3600" dirty="0"/>
              <a:t> </a:t>
            </a:r>
            <a:r>
              <a:rPr lang="en-US" sz="3600" dirty="0" err="1"/>
              <a:t>tidak</a:t>
            </a:r>
            <a:r>
              <a:rPr lang="en-US" sz="3600" dirty="0"/>
              <a:t> </a:t>
            </a:r>
            <a:r>
              <a:rPr lang="en-US" sz="3600" dirty="0" err="1"/>
              <a:t>sama</a:t>
            </a:r>
            <a:r>
              <a:rPr lang="en-US" sz="3600" dirty="0"/>
              <a:t>. 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910656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mpungan Konten 2">
            <a:extLst>
              <a:ext uri="{FF2B5EF4-FFF2-40B4-BE49-F238E27FC236}">
                <a16:creationId xmlns:a16="http://schemas.microsoft.com/office/drawing/2014/main" id="{17665598-F0AC-4F51-772C-AFB228955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3029"/>
            <a:ext cx="10515600" cy="58939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 err="1"/>
              <a:t>Elemen</a:t>
            </a:r>
            <a:r>
              <a:rPr lang="en-US" sz="3200" dirty="0"/>
              <a:t> array dua </a:t>
            </a:r>
            <a:r>
              <a:rPr lang="en-US" sz="3200" dirty="0" err="1"/>
              <a:t>dimensi</a:t>
            </a:r>
            <a:r>
              <a:rPr lang="en-US" sz="3200" dirty="0"/>
              <a:t> </a:t>
            </a:r>
            <a:r>
              <a:rPr lang="en-US" sz="3200" dirty="0" err="1"/>
              <a:t>diakses</a:t>
            </a:r>
            <a:r>
              <a:rPr lang="en-US" sz="3200" dirty="0"/>
              <a:t> </a:t>
            </a:r>
            <a:r>
              <a:rPr lang="en-US" sz="3200" dirty="0" err="1"/>
              <a:t>dengan</a:t>
            </a:r>
            <a:r>
              <a:rPr lang="en-US" sz="3200" dirty="0"/>
              <a:t> </a:t>
            </a:r>
            <a:r>
              <a:rPr lang="en-US" sz="3200" dirty="0" err="1"/>
              <a:t>menuliskan</a:t>
            </a:r>
            <a:r>
              <a:rPr lang="en-US" sz="3200" dirty="0"/>
              <a:t> </a:t>
            </a:r>
            <a:r>
              <a:rPr lang="en-US" sz="3200" dirty="0" err="1"/>
              <a:t>kedua</a:t>
            </a:r>
            <a:r>
              <a:rPr lang="en-US" sz="3200" dirty="0"/>
              <a:t> </a:t>
            </a:r>
            <a:r>
              <a:rPr lang="en-US" sz="3200" dirty="0" err="1"/>
              <a:t>indeks</a:t>
            </a:r>
            <a:r>
              <a:rPr lang="en-US" sz="3200" dirty="0"/>
              <a:t> </a:t>
            </a:r>
            <a:r>
              <a:rPr lang="en-US" sz="3200" dirty="0" err="1"/>
              <a:t>elemennya</a:t>
            </a:r>
            <a:r>
              <a:rPr lang="en-US" sz="3200" dirty="0"/>
              <a:t> </a:t>
            </a:r>
            <a:r>
              <a:rPr lang="en-US" sz="3200" dirty="0" err="1"/>
              <a:t>dalam</a:t>
            </a:r>
            <a:r>
              <a:rPr lang="en-US" sz="3200" dirty="0"/>
              <a:t> </a:t>
            </a:r>
            <a:r>
              <a:rPr lang="en-US" sz="3200" dirty="0" err="1"/>
              <a:t>kurung</a:t>
            </a:r>
            <a:r>
              <a:rPr lang="en-US" sz="3200" dirty="0"/>
              <a:t> siku </a:t>
            </a:r>
            <a:r>
              <a:rPr lang="en-US" sz="3200" dirty="0" err="1"/>
              <a:t>seperti</a:t>
            </a:r>
            <a:r>
              <a:rPr lang="en-US" sz="3200" dirty="0"/>
              <a:t> pada </a:t>
            </a:r>
            <a:r>
              <a:rPr lang="en-US" sz="3200" dirty="0" err="1"/>
              <a:t>contoh</a:t>
            </a:r>
            <a:r>
              <a:rPr lang="en-US" sz="3200" dirty="0"/>
              <a:t> </a:t>
            </a:r>
            <a:r>
              <a:rPr lang="en-US" sz="3200" dirty="0" err="1"/>
              <a:t>berikut</a:t>
            </a:r>
            <a:r>
              <a:rPr lang="en-US" sz="3200" dirty="0"/>
              <a:t>: </a:t>
            </a:r>
            <a:endParaRPr lang="id-ID" sz="3200" dirty="0"/>
          </a:p>
          <a:p>
            <a:pPr marL="0" indent="0">
              <a:buNone/>
            </a:pPr>
            <a:r>
              <a:rPr lang="en-US" sz="3200" dirty="0"/>
              <a:t>//</a:t>
            </a:r>
            <a:r>
              <a:rPr lang="en-US" sz="3200" dirty="0" err="1"/>
              <a:t>papan</a:t>
            </a:r>
            <a:r>
              <a:rPr lang="en-US" sz="3200" dirty="0"/>
              <a:t> </a:t>
            </a:r>
            <a:r>
              <a:rPr lang="en-US" sz="3200" dirty="0" err="1"/>
              <a:t>nama</a:t>
            </a:r>
            <a:r>
              <a:rPr lang="en-US" sz="3200" dirty="0"/>
              <a:t> </a:t>
            </a:r>
            <a:r>
              <a:rPr lang="en-US" sz="3200" dirty="0" err="1"/>
              <a:t>memiliki</a:t>
            </a:r>
            <a:r>
              <a:rPr lang="en-US" sz="3200" dirty="0"/>
              <a:t> 2 baris dan 5 </a:t>
            </a:r>
            <a:endParaRPr lang="id-ID" sz="3200" dirty="0"/>
          </a:p>
          <a:p>
            <a:pPr marL="0" indent="0">
              <a:buNone/>
            </a:pPr>
            <a:r>
              <a:rPr lang="en-US" sz="3200" dirty="0" err="1"/>
              <a:t>kolom</a:t>
            </a:r>
            <a:r>
              <a:rPr lang="en-US" sz="3200" dirty="0"/>
              <a:t> bool </a:t>
            </a:r>
            <a:r>
              <a:rPr lang="en-US" sz="3200" dirty="0" err="1"/>
              <a:t>papan</a:t>
            </a:r>
            <a:r>
              <a:rPr lang="en-US" sz="3200" dirty="0"/>
              <a:t>[2][5]; </a:t>
            </a:r>
            <a:endParaRPr lang="id-ID" sz="3200" dirty="0"/>
          </a:p>
          <a:p>
            <a:pPr marL="0" indent="0">
              <a:buNone/>
            </a:pPr>
            <a:r>
              <a:rPr lang="en-US" sz="3200" dirty="0" err="1"/>
              <a:t>papan</a:t>
            </a:r>
            <a:r>
              <a:rPr lang="en-US" sz="3200" dirty="0"/>
              <a:t>[0][0] = true; </a:t>
            </a:r>
            <a:endParaRPr lang="id-ID" sz="3200" dirty="0"/>
          </a:p>
          <a:p>
            <a:pPr marL="0" indent="0">
              <a:buNone/>
            </a:pPr>
            <a:r>
              <a:rPr lang="en-US" sz="3200" dirty="0" err="1"/>
              <a:t>papan</a:t>
            </a:r>
            <a:r>
              <a:rPr lang="en-US" sz="3200" dirty="0"/>
              <a:t>[0][4] = false; </a:t>
            </a:r>
            <a:endParaRPr lang="id-ID" sz="3200" dirty="0"/>
          </a:p>
          <a:p>
            <a:pPr marL="0" indent="0">
              <a:buNone/>
            </a:pPr>
            <a:r>
              <a:rPr lang="en-US" sz="3200" dirty="0" err="1"/>
              <a:t>papan</a:t>
            </a:r>
            <a:r>
              <a:rPr lang="en-US" sz="3200" dirty="0"/>
              <a:t>[1][2] = true; </a:t>
            </a:r>
            <a:endParaRPr lang="id-ID" sz="3200" dirty="0"/>
          </a:p>
          <a:p>
            <a:pPr marL="0" indent="0">
              <a:buNone/>
            </a:pPr>
            <a:r>
              <a:rPr lang="en-US" sz="3200" dirty="0" err="1"/>
              <a:t>papan</a:t>
            </a:r>
            <a:r>
              <a:rPr lang="en-US" sz="3200" dirty="0"/>
              <a:t>[1][4] = false;</a:t>
            </a:r>
          </a:p>
        </p:txBody>
      </p:sp>
    </p:spTree>
    <p:extLst>
      <p:ext uri="{BB962C8B-B14F-4D97-AF65-F5344CB8AC3E}">
        <p14:creationId xmlns:p14="http://schemas.microsoft.com/office/powerpoint/2010/main" val="42575322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736</Words>
  <Application>Microsoft Office PowerPoint</Application>
  <PresentationFormat>Layar Lebar</PresentationFormat>
  <Paragraphs>85</Paragraphs>
  <Slides>12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Office</vt:lpstr>
      <vt:lpstr>ARRAY</vt:lpstr>
      <vt:lpstr>PENGERTIAN</vt:lpstr>
      <vt:lpstr>Array Satu Dimensi</vt:lpstr>
      <vt:lpstr>Contoh program : mencari bilangan terkecil dan terbesar dalam array</vt:lpstr>
      <vt:lpstr>Presentasi PowerPoint</vt:lpstr>
      <vt:lpstr>Contoh program : mencari bilangan tertentu dalam array, mencari data jumlah data yang ditemukan dan di elemen mana saja bilangan itu ditemukan</vt:lpstr>
      <vt:lpstr>Presentasi PowerPoint</vt:lpstr>
      <vt:lpstr>Presentasi PowerPoint</vt:lpstr>
      <vt:lpstr>Array Dua Dimensi</vt:lpstr>
      <vt:lpstr>Presentasi PowerPoint</vt:lpstr>
      <vt:lpstr>Presentasi PowerPoint</vt:lpstr>
      <vt:lpstr>Presentasi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terry.aub@outlook.co.id</dc:creator>
  <cp:lastModifiedBy>terry.aub@outlook.co.id</cp:lastModifiedBy>
  <cp:revision>1</cp:revision>
  <dcterms:created xsi:type="dcterms:W3CDTF">2024-09-18T23:51:31Z</dcterms:created>
  <dcterms:modified xsi:type="dcterms:W3CDTF">2024-09-19T03:15:47Z</dcterms:modified>
</cp:coreProperties>
</file>