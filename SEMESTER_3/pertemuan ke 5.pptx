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312E4C2-2A51-CC4C-9F4E-D6CDDC4EC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5128BB8A-C210-DBA8-23E0-03CA27B59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A536AAC9-2A54-B804-238D-007428275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C236-CF8B-4E64-B6AC-CFDABE8004A0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33199B00-1850-4CCC-811F-89CED26CD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F90786A4-0298-BF33-B9CE-947BE4B0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1B84-652E-4E83-8EFA-F883382B8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22F6964-C511-DB4C-ACB5-9921EEA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E9EFCA92-4FEE-877C-2FDC-DD3432F42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6BC771E6-AB77-3903-C964-D4F21F82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C236-CF8B-4E64-B6AC-CFDABE8004A0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0F3DAFCA-F8C7-4787-655E-EC463AD7C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552271D6-AA34-B311-D9DA-021E97AFC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1B84-652E-4E83-8EFA-F883382B8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77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DA27A3C-E0A1-B357-BBE6-531752B54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97631F81-05DD-F875-BA47-7DDEF0734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FEFA83EC-857D-7E26-F7AD-0FF9AC7D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C236-CF8B-4E64-B6AC-CFDABE8004A0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F27BCB22-6CF6-D7A6-10C7-2F63CC6D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9C231C8D-659D-2157-AC44-1A22C430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1B84-652E-4E83-8EFA-F883382B8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94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8352FF6-880E-1A2A-46FB-45C63242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09883173-70E2-7D00-64AF-E2C60C01B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224074C8-9208-AD46-2A49-4FAD3524D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050774C2-769D-C971-DACA-B189E755A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C236-CF8B-4E64-B6AC-CFDABE8004A0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6263D95D-8CAA-7CC2-442C-953ED915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8A5D24F1-B2EB-D755-6638-9BA146F54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1B84-652E-4E83-8EFA-F883382B8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2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97443ED-321D-D1D3-F5B2-38707104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1FB96077-99FE-2C6F-4F92-3F00288A2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82682673-01E1-85CA-1B6C-53062D458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8876BE88-D1E6-B941-0E7B-6966F0DBD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D1578243-40CA-03F7-A915-C2AAED460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231D6BDA-417F-2E31-A407-0487B88B5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C236-CF8B-4E64-B6AC-CFDABE8004A0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5C731E8E-2F95-FB0E-ACC3-86C93A0F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160FAA5B-FC23-2526-A1F3-4B3C3EA3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1B84-652E-4E83-8EFA-F883382B8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83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3E30605-87A2-FFBD-1065-0ADF8382C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68DBC939-41FB-269A-E9C5-6ABA1AEB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C236-CF8B-4E64-B6AC-CFDABE8004A0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5CA90841-ABF2-8921-E304-7AF915A1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F2F7F9C8-4CED-7A27-CC6A-99CB284F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1B84-652E-4E83-8EFA-F883382B8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2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7AE6FC12-0769-F68C-CC9A-10E5A6ED8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C236-CF8B-4E64-B6AC-CFDABE8004A0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6304A66E-A748-4942-8747-725C224BA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08653434-C099-AEFB-4D87-08067EFD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1B84-652E-4E83-8EFA-F883382B8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17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49D4EA2-728B-8971-7C76-E9DF35D0B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72164F0-CD17-63CD-CE0A-1BD7EE946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88F113EA-53DD-80E7-1244-FB0705AD5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3717E03D-2B1B-EBC3-4CF2-E325367F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C236-CF8B-4E64-B6AC-CFDABE8004A0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B7253450-7C8E-B8D7-2C6F-4FE0A31B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013AB3C6-766B-62FA-D100-71B9944D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1B84-652E-4E83-8EFA-F883382B8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3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A952035-9C08-7C29-14C0-A65E8917C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E4B5AC55-1CA4-E366-ACAF-573157036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6F9D48DC-B673-8EED-BDB4-C0314C2E8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EE7468EA-7388-323F-2ECA-02A392004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C236-CF8B-4E64-B6AC-CFDABE8004A0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760D3052-CD15-9A2F-D05A-45BC515E6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A5AB15C7-C15D-5255-097A-D541A7430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1B84-652E-4E83-8EFA-F883382B8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9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64CA2B6-47FB-0224-F108-8F4AAE06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25CCCED4-D275-F179-0BAB-67993814E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0193DF30-4308-BF3C-B007-7D8F89BFA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C236-CF8B-4E64-B6AC-CFDABE8004A0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D0B976CA-FB8E-0FEE-21A3-43A99A8F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AB2D94D-4804-2C06-F57D-4D576537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1B84-652E-4E83-8EFA-F883382B8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33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B6363969-8425-663E-9346-B52F638FE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B308CE25-08E2-8CD5-7F4A-27E82F0B4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116A8BAE-C9C4-268F-DF9D-719CD249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C236-CF8B-4E64-B6AC-CFDABE8004A0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00F5475F-E959-2C40-24BF-DBAEC424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21C81ECE-B181-F38A-F210-F6E490433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1B84-652E-4E83-8EFA-F883382B8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78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D7CF2DA6-92F4-05DF-12A2-58698A7D5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1C8635CA-C7D4-06D1-B3CF-543D6FD0D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2BAC86E9-62A6-F45C-5884-8BB6492741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9C236-CF8B-4E64-B6AC-CFDABE8004A0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C198F3A2-59A8-916A-0FFF-AC0085D5C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3273222F-C620-B12D-4007-484809A67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21B84-652E-4E83-8EFA-F883382B8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3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6166D17-16D8-82FD-BBC8-7940FD763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/>
              <a:t>PRAKTIKUM STRUCTURE</a:t>
            </a:r>
            <a:endParaRPr lang="en-US" dirty="0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1A586DBB-A784-057D-7AC4-94AE7B8E83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68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2B68FAFF-F250-B8FA-82D2-AD23ACDF0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029"/>
            <a:ext cx="10515600" cy="589393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Buat</a:t>
            </a:r>
            <a:r>
              <a:rPr lang="en-US" dirty="0"/>
              <a:t> program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ketentuan</a:t>
            </a:r>
            <a:r>
              <a:rPr lang="en-US" dirty="0"/>
              <a:t>: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Nilai </a:t>
            </a:r>
            <a:r>
              <a:rPr lang="en-US" dirty="0" err="1"/>
              <a:t>akhir</a:t>
            </a:r>
            <a:r>
              <a:rPr lang="en-US" dirty="0"/>
              <a:t> = 10%*</a:t>
            </a:r>
            <a:r>
              <a:rPr lang="en-US" dirty="0" err="1"/>
              <a:t>tugas</a:t>
            </a:r>
            <a:r>
              <a:rPr lang="en-US" dirty="0"/>
              <a:t> + 20%*</a:t>
            </a:r>
            <a:r>
              <a:rPr lang="en-US" dirty="0" err="1"/>
              <a:t>kuis</a:t>
            </a:r>
            <a:r>
              <a:rPr lang="en-US" dirty="0"/>
              <a:t> + 30%*mid + 40%*</a:t>
            </a:r>
            <a:r>
              <a:rPr lang="en-US" dirty="0" err="1"/>
              <a:t>uas</a:t>
            </a:r>
            <a:r>
              <a:rPr lang="en-US" dirty="0"/>
              <a:t>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Nilai </a:t>
            </a:r>
            <a:r>
              <a:rPr lang="en-US" dirty="0" err="1"/>
              <a:t>Huruf</a:t>
            </a:r>
            <a:r>
              <a:rPr lang="en-US" dirty="0"/>
              <a:t>: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Nilai </a:t>
            </a:r>
            <a:r>
              <a:rPr lang="en-US" dirty="0" err="1"/>
              <a:t>akhir</a:t>
            </a:r>
            <a:r>
              <a:rPr lang="en-US" dirty="0"/>
              <a:t> &gt;85 : A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85 &gt;=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&gt; 70 : B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70 &gt;=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&gt; 55 : C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55 &gt;=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&gt; 40 : D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Nilai </a:t>
            </a:r>
            <a:r>
              <a:rPr lang="en-US" dirty="0" err="1"/>
              <a:t>akhir</a:t>
            </a:r>
            <a:r>
              <a:rPr lang="en-US" dirty="0"/>
              <a:t> &lt;=40 : E</a:t>
            </a:r>
          </a:p>
        </p:txBody>
      </p:sp>
    </p:spTree>
    <p:extLst>
      <p:ext uri="{BB962C8B-B14F-4D97-AF65-F5344CB8AC3E}">
        <p14:creationId xmlns:p14="http://schemas.microsoft.com/office/powerpoint/2010/main" val="25538153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69</Words>
  <Application>Microsoft Office PowerPoint</Application>
  <PresentationFormat>Layar Lebar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Office</vt:lpstr>
      <vt:lpstr>PRAKTIKUM STRUCTURE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terry.aub@outlook.co.id</dc:creator>
  <cp:lastModifiedBy>terry.aub@outlook.co.id</cp:lastModifiedBy>
  <cp:revision>1</cp:revision>
  <dcterms:created xsi:type="dcterms:W3CDTF">2024-10-15T03:22:27Z</dcterms:created>
  <dcterms:modified xsi:type="dcterms:W3CDTF">2024-10-15T03:27:40Z</dcterms:modified>
</cp:coreProperties>
</file>