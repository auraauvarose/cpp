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xmlns:p="http://schemas.openxmlformats.org/presentationml/2006/main"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Jud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Subjudu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d-ID"/>
              <a:t>Klik untuk mengedit gaya subjudul Master</a:t>
            </a:r>
            <a:endParaRPr lang="en-US"/>
          </a:p>
        </p:txBody>
      </p:sp>
      <p:sp>
        <p:nvSpPr>
          <p:cNvPr id="4" name="Tampungan Tanggal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5B21-E8EE-4505-87E0-7B7F2C3DBBD0}" type="datetimeFigureOut">
              <a:rPr lang="en-US"/>
              <a:t>10/17/2024</a:t>
            </a:fld>
            <a:endParaRPr lang="en-US"/>
          </a:p>
        </p:txBody>
      </p:sp>
      <p:sp>
        <p:nvSpPr>
          <p:cNvPr id="5" name="Tampungan Ka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6D5D-A00E-4AA9-84F2-364CBECE0EE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Judul dan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Konten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anggal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09E6-1126-4CCC-8F95-892B304C12E9}" type="datetimeFigureOut">
              <a:rPr lang="en-US"/>
              <a:t>10/17/2024</a:t>
            </a:fld>
            <a:endParaRPr lang="en-US"/>
          </a:p>
        </p:txBody>
      </p:sp>
      <p:sp>
        <p:nvSpPr>
          <p:cNvPr id="5" name="Tampungan Ka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D0F9E-EF7E-4C26-8662-25A73F2263D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eader Bag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d-ID"/>
              <a:t>Klik untuk edit gaya teks Master</a:t>
            </a:r>
          </a:p>
        </p:txBody>
      </p:sp>
      <p:sp>
        <p:nvSpPr>
          <p:cNvPr id="4" name="Tampungan Tanggal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82BF-5467-4883-8896-824F7369BC9A}" type="datetimeFigureOut">
              <a:rPr lang="en-US"/>
              <a:t>10/17/2024</a:t>
            </a:fld>
            <a:endParaRPr lang="en-US"/>
          </a:p>
        </p:txBody>
      </p:sp>
      <p:sp>
        <p:nvSpPr>
          <p:cNvPr id="5" name="Tampungan Ka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18080-B33E-4073-8615-72D8F5AE8F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Konten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Konten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5" name="Tampungan Tanggal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6248-C912-41CA-84D9-08E1C7982093}" type="datetimeFigureOut">
              <a:rPr lang="en-US"/>
              <a:t>10/17/2024</a:t>
            </a:fld>
            <a:endParaRPr lang="en-US"/>
          </a:p>
        </p:txBody>
      </p:sp>
      <p:sp>
        <p:nvSpPr>
          <p:cNvPr id="6" name="Tampungan Ka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ampungan Nomor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B9569-04AF-4288-8880-64CE52ABE7A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erbandi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id-ID"/>
              <a:t>Klik untuk edit gaya teks Master</a:t>
            </a:r>
          </a:p>
        </p:txBody>
      </p:sp>
      <p:sp>
        <p:nvSpPr>
          <p:cNvPr id="4" name="Tampungan Konten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5" name="Tampungan Teks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id-ID"/>
              <a:t>Klik untuk edit gaya teks Master</a:t>
            </a:r>
          </a:p>
        </p:txBody>
      </p:sp>
      <p:sp>
        <p:nvSpPr>
          <p:cNvPr id="6" name="Tampungan Konten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7" name="Tampungan Tanggal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B636-F4D9-4299-85F9-44D23E27C49C}" type="datetimeFigureOut">
              <a:rPr lang="en-US"/>
              <a:t>10/17/2024</a:t>
            </a:fld>
            <a:endParaRPr lang="en-US"/>
          </a:p>
        </p:txBody>
      </p:sp>
      <p:sp>
        <p:nvSpPr>
          <p:cNvPr id="8" name="Tampungan Ka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ampungan Nomor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3E07-937E-4FED-8300-89129584345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udul S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anggal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C346-E4DF-45C0-848B-E2AC5513E0D5}" type="datetimeFigureOut">
              <a:rPr lang="en-US"/>
              <a:t>10/17/2024</a:t>
            </a:fld>
            <a:endParaRPr lang="en-US"/>
          </a:p>
        </p:txBody>
      </p:sp>
      <p:sp>
        <p:nvSpPr>
          <p:cNvPr id="4" name="Tampungan Ka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ampungan Nomor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8B55B-FA15-48BA-860D-0231187503D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os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Tanggal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0B29E-DC2A-4D67-887F-3BE2DC8489D6}" type="datetimeFigureOut">
              <a:rPr lang="en-US"/>
              <a:t>10/17/2024</a:t>
            </a:fld>
            <a:endParaRPr lang="en-US"/>
          </a:p>
        </p:txBody>
      </p:sp>
      <p:sp>
        <p:nvSpPr>
          <p:cNvPr id="3" name="Tampungan Ka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ampungan Nomor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0EBC0-ADA9-4FA7-889C-9287646BC79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onten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Konten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eks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d-ID"/>
              <a:t>Klik untuk edit gaya teks Master</a:t>
            </a:r>
          </a:p>
        </p:txBody>
      </p:sp>
      <p:sp>
        <p:nvSpPr>
          <p:cNvPr id="5" name="Tampungan Tanggal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563BD-7186-488E-816C-8F41FA24179F}" type="datetimeFigureOut">
              <a:rPr lang="en-US"/>
              <a:t>10/17/2024</a:t>
            </a:fld>
            <a:endParaRPr lang="en-US"/>
          </a:p>
        </p:txBody>
      </p:sp>
      <p:sp>
        <p:nvSpPr>
          <p:cNvPr id="6" name="Tampungan Ka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ampungan Nomor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25AB8-FB3A-479C-8780-0B7E5F586C0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Gambar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Gamba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ampungan Teks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d-ID"/>
              <a:t>Klik untuk edit gaya teks Master</a:t>
            </a:r>
          </a:p>
        </p:txBody>
      </p:sp>
      <p:sp>
        <p:nvSpPr>
          <p:cNvPr id="5" name="Tampungan Tanggal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02C48-70E8-4C8D-81F4-17FB598144B8}" type="datetimeFigureOut">
              <a:rPr lang="en-US"/>
              <a:t>10/17/2024</a:t>
            </a:fld>
            <a:endParaRPr lang="en-US"/>
          </a:p>
        </p:txBody>
      </p:sp>
      <p:sp>
        <p:nvSpPr>
          <p:cNvPr id="6" name="Tampungan Ka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ampungan Nomor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C29A-6C4F-4141-86E3-1A3E2D58E3A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Judul dan Teks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Vertik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anggal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02B83-4DFE-444B-8222-D5FF1EA6B44C}" type="datetimeFigureOut">
              <a:rPr lang="en-US"/>
              <a:t>10/17/2024</a:t>
            </a:fld>
            <a:endParaRPr lang="en-US"/>
          </a:p>
        </p:txBody>
      </p:sp>
      <p:sp>
        <p:nvSpPr>
          <p:cNvPr id="5" name="Tampungan Ka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C649-D3E0-46CB-87C1-67136E4226A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Judul Vertikal dan Te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Vertik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Vertik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anggal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A40F9-1701-4EB4-806D-4ED861E7A003}" type="datetimeFigureOut">
              <a:rPr lang="en-US"/>
              <a:t>10/17/2024</a:t>
            </a:fld>
            <a:endParaRPr lang="en-US"/>
          </a:p>
        </p:txBody>
      </p:sp>
      <p:sp>
        <p:nvSpPr>
          <p:cNvPr id="5" name="Tampungan Ka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E78A-EB3E-401E-81B5-D7F53201DAF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ema Offic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Judu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anggal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ADADCF-DC63-475D-8D69-AEBF4EDF3BBC}" type="datetimeFigureOut">
              <a:rPr lang="en-US"/>
              <a:t>10/17/2024</a:t>
            </a:fld>
            <a:endParaRPr lang="en-US"/>
          </a:p>
        </p:txBody>
      </p:sp>
      <p:sp>
        <p:nvSpPr>
          <p:cNvPr id="5" name="Tampungan Ka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ampungan Nomor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/>
          <p:cNvSpPr>
            <a:spLocks noGrp="1"/>
          </p:cNvSpPr>
          <p:nvPr>
            <p:ph type="ctrTitle"/>
          </p:nvPr>
        </p:nvSpPr>
        <p:spPr>
          <a:xfrm>
            <a:off x="1382485" y="2602820"/>
            <a:ext cx="9144000" cy="1251560"/>
          </a:xfrm>
          <a:prstGeom prst="rect">
            <a:avLst/>
          </a:prstGeom>
        </p:spPr>
        <p:txBody>
          <a:bodyPr/>
          <a:lstStyle/>
          <a:p>
            <a:r>
              <a:rPr lang="id-ID"/>
              <a:t>TUGAS ke 1 : INDIVIDU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MATERI TUGAS</a:t>
            </a:r>
            <a:endParaRPr lang="en-US"/>
          </a:p>
        </p:txBody>
      </p:sp>
      <p:sp>
        <p:nvSpPr>
          <p:cNvPr id="3" name="Tampungan Konten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id-ID" sz="3600" b="0" i="0">
                <a:solidFill>
                  <a:srgbClr val="606060"/>
                </a:solidFill>
              </a:rPr>
              <a:t>MEMBUAT MAKALAH :</a:t>
            </a:r>
            <a:r>
              <a:rPr lang="en-US" sz="3600" b="0" i="0">
                <a:solidFill>
                  <a:srgbClr val="606060"/>
                </a:solidFill>
              </a:rPr>
              <a:t> </a:t>
            </a:r>
            <a:r>
              <a:rPr lang="en-US" sz="3600" b="0" i="1">
                <a:solidFill>
                  <a:srgbClr val="606060"/>
                </a:solidFill>
              </a:rPr>
              <a:t>linked list </a:t>
            </a:r>
            <a:endParaRPr lang="en-US" sz="3600" b="0" i="0">
              <a:solidFill>
                <a:srgbClr val="606060"/>
              </a:solidFill>
            </a:endParaRPr>
          </a:p>
          <a:p>
            <a:pPr marL="0" indent="0" algn="l">
              <a:buNone/>
            </a:pPr>
            <a:r>
              <a:rPr lang="en-US" sz="3600" b="0" i="0">
                <a:solidFill>
                  <a:srgbClr val="606060"/>
                </a:solidFill>
              </a:rPr>
              <a:t>Isinya</a:t>
            </a:r>
            <a:r>
              <a:rPr lang="en-US" sz="3600" b="0" i="0">
                <a:solidFill>
                  <a:srgbClr val="606060"/>
                </a:solidFill>
              </a:rPr>
              <a:t> :</a:t>
            </a:r>
            <a:endParaRPr lang="id-ID" sz="3600">
              <a:solidFill>
                <a:srgbClr val="606060"/>
              </a:solidFill>
            </a:endParaRPr>
          </a:p>
          <a:p>
            <a:pPr marL="742950" indent="-742950" algn="l">
              <a:buFont typeface="+mj-lt"/>
              <a:buAutoNum type="arabicPeriod"/>
            </a:pPr>
            <a:r>
              <a:rPr lang="en-US" sz="3600" b="0" i="1">
                <a:solidFill>
                  <a:srgbClr val="606060"/>
                </a:solidFill>
              </a:rPr>
              <a:t>Artikel </a:t>
            </a:r>
            <a:r>
              <a:rPr lang="en-US" sz="3600" b="0" i="0">
                <a:solidFill>
                  <a:srgbClr val="606060"/>
                </a:solidFill>
              </a:rPr>
              <a:t>: </a:t>
            </a:r>
            <a:r>
              <a:rPr lang="en-US" sz="3600" b="0" i="1">
                <a:solidFill>
                  <a:srgbClr val="606060"/>
                </a:solidFill>
              </a:rPr>
              <a:t>linked list</a:t>
            </a:r>
            <a:endParaRPr lang="id-ID" sz="3600">
              <a:solidFill>
                <a:srgbClr val="606060"/>
              </a:solidFill>
            </a:endParaRPr>
          </a:p>
          <a:p>
            <a:pPr marL="742950" indent="-742950" algn="l">
              <a:buFont typeface="+mj-lt"/>
              <a:buAutoNum type="arabicPeriod"/>
            </a:pPr>
            <a:r>
              <a:rPr lang="id-ID" sz="3600" b="0" i="0">
                <a:solidFill>
                  <a:srgbClr val="606060"/>
                </a:solidFill>
              </a:rPr>
              <a:t>Contoh program </a:t>
            </a:r>
            <a:r>
              <a:rPr lang="en-US" sz="3600" b="0" i="0">
                <a:solidFill>
                  <a:srgbClr val="606060"/>
                </a:solidFill>
              </a:rPr>
              <a:t>doubl</a:t>
            </a:r>
            <a:r>
              <a:rPr lang="id-ID" sz="3600" b="0" i="0">
                <a:solidFill>
                  <a:srgbClr val="606060"/>
                </a:solidFill>
              </a:rPr>
              <a:t>e</a:t>
            </a:r>
            <a:r>
              <a:rPr lang="en-US" sz="3600" b="0" i="0">
                <a:solidFill>
                  <a:srgbClr val="606060"/>
                </a:solidFill>
              </a:rPr>
              <a:t> linked list</a:t>
            </a:r>
            <a:r>
              <a:rPr lang="id-ID" sz="3600" b="0" i="0">
                <a:solidFill>
                  <a:srgbClr val="606060"/>
                </a:solidFill>
              </a:rPr>
              <a:t> dalam C++</a:t>
            </a:r>
            <a:endParaRPr lang="id-ID" sz="3600">
              <a:solidFill>
                <a:srgbClr val="60606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KETENTUAN</a:t>
            </a:r>
            <a:endParaRPr lang="en-US"/>
          </a:p>
        </p:txBody>
      </p:sp>
      <p:sp>
        <p:nvSpPr>
          <p:cNvPr id="3" name="Tampungan Konten 2"/>
          <p:cNvSpPr>
            <a:spLocks noGrp="1"/>
          </p:cNvSpPr>
          <p:nvPr>
            <p:ph idx="1"/>
          </p:nvPr>
        </p:nvSpPr>
        <p:spPr>
          <a:xfrm>
            <a:off x="762000" y="1690688"/>
            <a:ext cx="10515600" cy="4351338"/>
          </a:xfrm>
          <a:prstGeom prst="rect">
            <a:avLst/>
          </a:prstGeom>
        </p:spPr>
        <p:txBody>
          <a:bodyPr/>
          <a:lstStyle/>
          <a:p>
            <a:pPr marL="342900" indent="-342900" algn="l">
              <a:buFont typeface="Arial"/>
              <a:buChar char="•"/>
            </a:pPr>
            <a:r>
              <a:rPr lang="id-ID"/>
              <a:t>PEKERJAAN TIDAK BOLEH SAMA (APABILA ADA KESAMAAN DIANGGAP TIDAK MENGERJAKAN)</a:t>
            </a:r>
          </a:p>
          <a:p>
            <a:pPr marL="342900" indent="-342900" algn="l">
              <a:buFont typeface="Arial"/>
              <a:buChar char="•"/>
            </a:pPr>
            <a:r>
              <a:rPr lang="id-ID"/>
              <a:t>CONTOH PROGRAM DAN OUTPUT BISA DI CAPTURE DAN DI TEMPEL PADA MAKALAH</a:t>
            </a:r>
          </a:p>
          <a:p>
            <a:pPr marL="342900" indent="-342900" algn="l">
              <a:buFont typeface="Arial"/>
              <a:buChar char="•"/>
            </a:pPr>
            <a:r>
              <a:rPr lang="id-ID"/>
              <a:t>DI PRINT OUT UNTUK DI KUMPULKAN WAKTU UTS.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>
          <a:solidFill>
            <a:schemeClr val="phClr"/>
          </a:solidFill>
          <a:prstDash val="solid"/>
          <a:miter/>
        </a:ln>
        <a:ln w="12700" cap="flat" cmpd="sng">
          <a:solidFill>
            <a:schemeClr val="phClr"/>
          </a:solidFill>
          <a:prstDash val="solid"/>
          <a:miter/>
        </a:ln>
        <a:ln w="19050" cap="flat" cmpd="sng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 xmlns:a="http://schemas.openxmlformats.org/drawingml/2006/main"/>
  <a:extraClrSchemeLst xmlns:a="http://schemas.openxmlformats.org/drawingml/2006/main"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3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terry.aub@outlook.co.id</dc:creator>
  <cp:lastModifiedBy>terry.aub@outlook.co.id</cp:lastModifiedBy>
  <cp:revision>5</cp:revision>
  <dcterms:created xsi:type="dcterms:W3CDTF">2024-10-15T02:54:22Z</dcterms:created>
  <dcterms:modified xsi:type="dcterms:W3CDTF">2024-10-17T04:18:42Z</dcterms:modified>
</cp:coreProperties>
</file>