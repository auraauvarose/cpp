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2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43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0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60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3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5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9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9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1BAAC2-A3D4-4632-9BDA-D55156EEC89C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6184138-C7AB-46E7-BDEC-8EF363FA9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5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nlinegdb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jarne_Stroustru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D5CC796-836C-1A40-A4EC-F94EB841A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0563"/>
            <a:ext cx="9144000" cy="1370466"/>
          </a:xfrm>
        </p:spPr>
        <p:txBody>
          <a:bodyPr>
            <a:normAutofit/>
          </a:bodyPr>
          <a:lstStyle/>
          <a:p>
            <a:r>
              <a:rPr lang="id-ID" sz="7200" b="1" dirty="0">
                <a:latin typeface="+mn-lt"/>
              </a:rPr>
              <a:t>STRUKTUR DATA</a:t>
            </a:r>
            <a:endParaRPr lang="en-US" sz="7200" b="1" dirty="0">
              <a:latin typeface="+mn-lt"/>
            </a:endParaRP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3C6CC4EC-E2C5-5632-4FA1-6B0D81974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14799"/>
            <a:ext cx="9851571" cy="1796143"/>
          </a:xfrm>
        </p:spPr>
        <p:txBody>
          <a:bodyPr>
            <a:normAutofit lnSpcReduction="10000"/>
          </a:bodyPr>
          <a:lstStyle/>
          <a:p>
            <a:pPr algn="r"/>
            <a:r>
              <a:rPr lang="id-ID" sz="3200" b="1" dirty="0"/>
              <a:t>ADNAN TERRY SUSENO S.Kom., M.Kom.</a:t>
            </a:r>
          </a:p>
          <a:p>
            <a:pPr algn="r"/>
            <a:r>
              <a:rPr lang="id-ID" dirty="0"/>
              <a:t>FAKULTAS ILMU KOMPUTER</a:t>
            </a:r>
          </a:p>
          <a:p>
            <a:pPr algn="r"/>
            <a:r>
              <a:rPr lang="id-ID" dirty="0"/>
              <a:t>UIVERSITAS DHARMA AUB SURAKARTA</a:t>
            </a:r>
          </a:p>
          <a:p>
            <a:pPr algn="r"/>
            <a:r>
              <a:rPr lang="id-ID" dirty="0"/>
              <a:t>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4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A107CD8-7690-11CD-2460-99D36266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257"/>
            <a:ext cx="10515600" cy="5534706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 err="1"/>
              <a:t>Pra-syarat</a:t>
            </a:r>
            <a:r>
              <a:rPr lang="en-US" sz="4000" b="1" dirty="0"/>
              <a:t> ? </a:t>
            </a:r>
            <a:endParaRPr lang="id-ID" sz="4000" b="1" dirty="0"/>
          </a:p>
          <a:p>
            <a:pPr marL="0" indent="0">
              <a:buNone/>
            </a:pPr>
            <a:endParaRPr lang="id-ID" sz="4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Sudah</a:t>
            </a:r>
            <a:r>
              <a:rPr lang="en-US" dirty="0"/>
              <a:t> finish dan </a:t>
            </a:r>
            <a:r>
              <a:rPr lang="en-US" dirty="0" err="1"/>
              <a:t>selesai</a:t>
            </a:r>
            <a:r>
              <a:rPr lang="en-US" dirty="0"/>
              <a:t> DDP (</a:t>
            </a:r>
            <a:r>
              <a:rPr lang="en-US" dirty="0" err="1"/>
              <a:t>Algoritma</a:t>
            </a:r>
            <a:r>
              <a:rPr lang="en-US" dirty="0"/>
              <a:t> 1), Sorting &amp; Searching pada </a:t>
            </a:r>
            <a:r>
              <a:rPr lang="en-US" dirty="0" err="1"/>
              <a:t>Algoritma</a:t>
            </a:r>
            <a:r>
              <a:rPr lang="en-US" dirty="0"/>
              <a:t> 2 </a:t>
            </a:r>
            <a:endParaRPr lang="id-ID" dirty="0"/>
          </a:p>
          <a:p>
            <a:pPr marL="0" indent="0">
              <a:buNone/>
            </a:pPr>
            <a:endParaRPr lang="id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Dasar </a:t>
            </a:r>
            <a:r>
              <a:rPr lang="en-US" dirty="0" err="1"/>
              <a:t>Pemrograman</a:t>
            </a:r>
            <a:r>
              <a:rPr lang="en-US" dirty="0"/>
              <a:t> C++ </a:t>
            </a:r>
            <a:endParaRPr lang="id-ID" dirty="0"/>
          </a:p>
          <a:p>
            <a:pPr marL="0" indent="0">
              <a:buNone/>
            </a:pPr>
            <a:endParaRPr lang="id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Software yang </a:t>
            </a:r>
            <a:r>
              <a:rPr lang="en-US" dirty="0" err="1"/>
              <a:t>dibutuhkan</a:t>
            </a:r>
            <a:endParaRPr lang="id-ID" dirty="0"/>
          </a:p>
          <a:p>
            <a:pPr marL="0" indent="0">
              <a:buNone/>
            </a:pPr>
            <a:endParaRPr lang="id-ID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Kuota</a:t>
            </a:r>
            <a:r>
              <a:rPr lang="en-US" dirty="0"/>
              <a:t> - Enjoy, </a:t>
            </a:r>
            <a:r>
              <a:rPr lang="en-US" dirty="0" err="1"/>
              <a:t>siap</a:t>
            </a:r>
            <a:r>
              <a:rPr lang="en-US" dirty="0"/>
              <a:t> &amp; </a:t>
            </a:r>
            <a:r>
              <a:rPr lang="en-US" dirty="0" err="1"/>
              <a:t>semangat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29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00F3434-32C5-2387-64EB-D2EBA1CD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err="1"/>
              <a:t>Struktur</a:t>
            </a:r>
            <a:r>
              <a:rPr lang="en-US" sz="3200" b="1" dirty="0"/>
              <a:t> Data ? </a:t>
            </a:r>
            <a:endParaRPr lang="id-ID" sz="3200" b="1" dirty="0"/>
          </a:p>
          <a:p>
            <a:pPr marL="0" indent="0">
              <a:buNone/>
            </a:pPr>
            <a:endParaRPr lang="id-ID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Struktur</a:t>
            </a:r>
            <a:r>
              <a:rPr lang="en-US" sz="2800" dirty="0"/>
              <a:t> data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yang </a:t>
            </a:r>
            <a:r>
              <a:rPr lang="en-US" sz="2800" dirty="0" err="1"/>
              <a:t>sistematis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mengorganisasi</a:t>
            </a:r>
            <a:r>
              <a:rPr lang="en-US" sz="2800" dirty="0"/>
              <a:t>/</a:t>
            </a:r>
            <a:r>
              <a:rPr lang="en-US" sz="2800" dirty="0" err="1"/>
              <a:t>mengatur</a:t>
            </a:r>
            <a:r>
              <a:rPr lang="en-US" sz="2800" dirty="0"/>
              <a:t> dan </a:t>
            </a:r>
            <a:r>
              <a:rPr lang="en-US" sz="2800" dirty="0" err="1"/>
              <a:t>mengakses</a:t>
            </a:r>
            <a:r>
              <a:rPr lang="en-US" sz="2800" dirty="0"/>
              <a:t> data.</a:t>
            </a:r>
            <a:endParaRPr lang="id-ID" sz="2800" dirty="0"/>
          </a:p>
          <a:p>
            <a:pPr marL="0" indent="0">
              <a:buNone/>
            </a:pPr>
            <a:endParaRPr lang="id-ID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Tujuan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struktur</a:t>
            </a:r>
            <a:r>
              <a:rPr lang="en-US" sz="2800" dirty="0"/>
              <a:t> data </a:t>
            </a:r>
            <a:r>
              <a:rPr lang="en-US" sz="2800" dirty="0" err="1"/>
              <a:t>yaitu</a:t>
            </a:r>
            <a:r>
              <a:rPr lang="en-US" sz="2800" dirty="0"/>
              <a:t> agar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merepresentasikan</a:t>
            </a:r>
            <a:r>
              <a:rPr lang="en-US" sz="2800" dirty="0"/>
              <a:t> data </a:t>
            </a:r>
            <a:r>
              <a:rPr lang="en-US" sz="2800" dirty="0" err="1"/>
              <a:t>dalam</a:t>
            </a:r>
            <a:r>
              <a:rPr lang="en-US" sz="2800" dirty="0"/>
              <a:t> program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efisien</a:t>
            </a:r>
            <a:r>
              <a:rPr lang="en-US" sz="2800" dirty="0"/>
              <a:t> di </a:t>
            </a:r>
            <a:r>
              <a:rPr lang="en-US" sz="2800" dirty="0" err="1"/>
              <a:t>memori</a:t>
            </a:r>
            <a:r>
              <a:rPr lang="en-US" sz="2800" dirty="0"/>
              <a:t> dan </a:t>
            </a:r>
            <a:r>
              <a:rPr lang="en-US" sz="2800" dirty="0" err="1"/>
              <a:t>penyimpanan</a:t>
            </a:r>
            <a:r>
              <a:rPr lang="en-US" sz="2800" dirty="0"/>
              <a:t> program </a:t>
            </a:r>
            <a:r>
              <a:rPr lang="en-US" sz="2800" dirty="0" err="1"/>
              <a:t>ke</a:t>
            </a:r>
            <a:r>
              <a:rPr lang="en-US" sz="2800" dirty="0"/>
              <a:t> storage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mudah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2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00F3434-32C5-2387-64EB-D2EBA1CD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b="1" dirty="0" err="1"/>
              <a:t>Tujuan</a:t>
            </a:r>
            <a:r>
              <a:rPr lang="en-US" sz="4000" b="1" dirty="0"/>
              <a:t> </a:t>
            </a:r>
            <a:r>
              <a:rPr lang="en-US" sz="4000" b="1" dirty="0" err="1"/>
              <a:t>Struktur</a:t>
            </a:r>
            <a:r>
              <a:rPr lang="en-US" sz="4000" b="1" dirty="0"/>
              <a:t> Data ? </a:t>
            </a:r>
            <a:endParaRPr lang="id-ID" sz="4000" b="1" dirty="0"/>
          </a:p>
          <a:p>
            <a:pPr marL="0" indent="0">
              <a:buNone/>
            </a:pPr>
            <a:endParaRPr lang="id-ID" sz="4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memahami</a:t>
            </a:r>
            <a:r>
              <a:rPr lang="en-US" sz="3600" dirty="0"/>
              <a:t> </a:t>
            </a:r>
            <a:r>
              <a:rPr lang="en-US" sz="3600" dirty="0" err="1"/>
              <a:t>tentang</a:t>
            </a:r>
            <a:r>
              <a:rPr lang="en-US" sz="3600" dirty="0"/>
              <a:t> </a:t>
            </a:r>
            <a:r>
              <a:rPr lang="en-US" sz="3600" dirty="0" err="1"/>
              <a:t>pentingnya</a:t>
            </a:r>
            <a:r>
              <a:rPr lang="en-US" sz="3600" dirty="0"/>
              <a:t> dan </a:t>
            </a:r>
            <a:r>
              <a:rPr lang="en-US" sz="3600" dirty="0" err="1"/>
              <a:t>konsep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struktur</a:t>
            </a:r>
            <a:r>
              <a:rPr lang="en-US" sz="3600" dirty="0"/>
              <a:t> data </a:t>
            </a:r>
            <a:r>
              <a:rPr lang="en-US" sz="3600" dirty="0" err="1"/>
              <a:t>beserta</a:t>
            </a:r>
            <a:r>
              <a:rPr lang="en-US" sz="3600" dirty="0"/>
              <a:t> </a:t>
            </a:r>
            <a:r>
              <a:rPr lang="en-US" sz="3600" dirty="0" err="1"/>
              <a:t>penerapannya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menyelesaikan</a:t>
            </a:r>
            <a:r>
              <a:rPr lang="en-US" sz="3600" dirty="0"/>
              <a:t> </a:t>
            </a:r>
            <a:r>
              <a:rPr lang="en-US" sz="3600" dirty="0" err="1"/>
              <a:t>masalah</a:t>
            </a:r>
            <a:r>
              <a:rPr lang="en-US" sz="3600" dirty="0"/>
              <a:t> </a:t>
            </a:r>
            <a:endParaRPr lang="id-ID" sz="3600" dirty="0"/>
          </a:p>
          <a:p>
            <a:pPr marL="0" indent="0">
              <a:buNone/>
            </a:pPr>
            <a:endParaRPr lang="id-ID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memahami</a:t>
            </a:r>
            <a:r>
              <a:rPr lang="en-US" sz="3600" dirty="0"/>
              <a:t> </a:t>
            </a:r>
            <a:r>
              <a:rPr lang="en-US" sz="3600" dirty="0" err="1"/>
              <a:t>tentang</a:t>
            </a:r>
            <a:r>
              <a:rPr lang="en-US" sz="3600" dirty="0"/>
              <a:t> </a:t>
            </a:r>
            <a:r>
              <a:rPr lang="en-US" sz="3600" dirty="0" err="1"/>
              <a:t>bagaimana</a:t>
            </a:r>
            <a:r>
              <a:rPr lang="en-US" sz="3600" dirty="0"/>
              <a:t> </a:t>
            </a:r>
            <a:r>
              <a:rPr lang="en-US" sz="3600" dirty="0" err="1"/>
              <a:t>penggunaan</a:t>
            </a:r>
            <a:r>
              <a:rPr lang="en-US" sz="3600" dirty="0"/>
              <a:t> </a:t>
            </a:r>
            <a:r>
              <a:rPr lang="en-US" sz="3600" dirty="0" err="1"/>
              <a:t>struktur</a:t>
            </a:r>
            <a:r>
              <a:rPr lang="en-US" sz="3600" dirty="0"/>
              <a:t> data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algoritma</a:t>
            </a:r>
            <a:r>
              <a:rPr lang="en-US" sz="3600" dirty="0"/>
              <a:t> </a:t>
            </a:r>
            <a:r>
              <a:rPr lang="en-US" sz="3600" dirty="0" err="1"/>
              <a:t>maupun</a:t>
            </a:r>
            <a:r>
              <a:rPr lang="en-US" sz="3600" dirty="0"/>
              <a:t> </a:t>
            </a:r>
            <a:r>
              <a:rPr lang="en-US" sz="3600" dirty="0" err="1"/>
              <a:t>implementasi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pemrograman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bahasa</a:t>
            </a:r>
            <a:r>
              <a:rPr lang="en-US" sz="3600" dirty="0"/>
              <a:t> </a:t>
            </a:r>
            <a:r>
              <a:rPr lang="en-US" sz="3600" dirty="0" err="1"/>
              <a:t>pemrograman</a:t>
            </a:r>
            <a:r>
              <a:rPr lang="en-US" sz="3600" dirty="0"/>
              <a:t> C++ </a:t>
            </a:r>
            <a:endParaRPr lang="id-ID" sz="3600" dirty="0"/>
          </a:p>
          <a:p>
            <a:pPr marL="0" indent="0">
              <a:buNone/>
            </a:pPr>
            <a:endParaRPr lang="id-ID" sz="3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 </a:t>
            </a:r>
            <a:r>
              <a:rPr lang="en-US" sz="3600" dirty="0" err="1"/>
              <a:t>Memahami</a:t>
            </a:r>
            <a:r>
              <a:rPr lang="en-US" sz="3600" dirty="0"/>
              <a:t> </a:t>
            </a:r>
            <a:r>
              <a:rPr lang="en-US" sz="3600" dirty="0" err="1"/>
              <a:t>materi</a:t>
            </a:r>
            <a:r>
              <a:rPr lang="en-US" sz="3600" dirty="0"/>
              <a:t> yang </a:t>
            </a:r>
            <a:r>
              <a:rPr lang="en-US" sz="3600" dirty="0" err="1"/>
              <a:t>diberikan</a:t>
            </a:r>
            <a:r>
              <a:rPr lang="en-US" sz="3600" dirty="0"/>
              <a:t> </a:t>
            </a:r>
            <a:r>
              <a:rPr lang="en-US" sz="3600" dirty="0" err="1"/>
              <a:t>diplaylist</a:t>
            </a:r>
            <a:r>
              <a:rPr lang="en-US" sz="3600" dirty="0"/>
              <a:t> </a:t>
            </a:r>
            <a:r>
              <a:rPr lang="en-US" sz="3600" dirty="0" err="1"/>
              <a:t>ini</a:t>
            </a:r>
            <a:r>
              <a:rPr lang="en-US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854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884978D-FD13-D87C-4718-7F0CE970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29"/>
            <a:ext cx="10515600" cy="5970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Materi</a:t>
            </a:r>
            <a:r>
              <a:rPr lang="en-US" dirty="0"/>
              <a:t> ?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Pointer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Array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Struct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Recursive Function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Linked List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Stack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Queue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Searching 9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Hashing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Sorting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Tree </a:t>
            </a:r>
            <a:endParaRPr lang="id-ID" dirty="0"/>
          </a:p>
          <a:p>
            <a:pPr marL="514350" indent="-514350">
              <a:buAutoNum type="arabicPeriod"/>
            </a:pPr>
            <a:r>
              <a:rPr lang="en-US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01070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2FE8D80-017F-1057-4AD0-79FBCAE4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SOFTWARE C++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766EC3F-A4FD-8497-9E39-0ADC2D8D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id-ID" dirty="0"/>
              <a:t> DEV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dirty="0"/>
              <a:t>Code </a:t>
            </a:r>
            <a:r>
              <a:rPr lang="id-ID" dirty="0" err="1"/>
              <a:t>block</a:t>
            </a:r>
            <a:endParaRPr lang="id-ID" dirty="0"/>
          </a:p>
          <a:p>
            <a:pPr>
              <a:buFont typeface="Wingdings" panose="05000000000000000000" pitchFamily="2" charset="2"/>
              <a:buChar char="Ø"/>
            </a:pPr>
            <a:r>
              <a:rPr lang="id-ID" dirty="0"/>
              <a:t>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dirty="0"/>
              <a:t>Visual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d-ID" dirty="0">
                <a:hlinkClick r:id="rId2"/>
              </a:rPr>
              <a:t>www.onlinegdb.com</a:t>
            </a:r>
            <a:endParaRPr lang="id-ID" dirty="0"/>
          </a:p>
          <a:p>
            <a:pPr>
              <a:buFont typeface="Wingdings" panose="05000000000000000000" pitchFamily="2" charset="2"/>
              <a:buChar char="Ø"/>
            </a:pPr>
            <a:r>
              <a:rPr lang="id-ID" dirty="0" err="1"/>
              <a:t>dll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7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27102AA-A605-7B38-6F25-461F686D5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56"/>
            <a:ext cx="10515600" cy="66729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/>
              <a:t>Sejarah </a:t>
            </a:r>
            <a:r>
              <a:rPr lang="en-US" sz="3000" b="1" dirty="0" err="1"/>
              <a:t>Singkat</a:t>
            </a:r>
            <a:r>
              <a:rPr lang="en-US" sz="3000" b="1" dirty="0"/>
              <a:t> ? </a:t>
            </a:r>
            <a:endParaRPr lang="id-ID" sz="3000" b="1" dirty="0"/>
          </a:p>
          <a:p>
            <a:pPr marL="0" indent="0">
              <a:buNone/>
            </a:pPr>
            <a:r>
              <a:rPr lang="en-US" sz="3200" dirty="0"/>
              <a:t> Bahasa C++ </a:t>
            </a:r>
            <a:r>
              <a:rPr lang="en-US" sz="3200" dirty="0" err="1"/>
              <a:t>lahir</a:t>
            </a:r>
            <a:r>
              <a:rPr lang="en-US" sz="3200" dirty="0"/>
              <a:t> pada </a:t>
            </a:r>
            <a:r>
              <a:rPr lang="en-US" sz="3200" dirty="0" err="1"/>
              <a:t>tahun</a:t>
            </a:r>
            <a:r>
              <a:rPr lang="en-US" sz="3200" dirty="0"/>
              <a:t> 1980, yang </a:t>
            </a:r>
            <a:r>
              <a:rPr lang="en-US" sz="3200" dirty="0" err="1"/>
              <a:t>dibuat</a:t>
            </a:r>
            <a:r>
              <a:rPr lang="en-US" sz="3200" dirty="0"/>
              <a:t> oleh Bjarne </a:t>
            </a:r>
            <a:r>
              <a:rPr lang="en-US" sz="3200" dirty="0" err="1"/>
              <a:t>Stroustrup</a:t>
            </a:r>
            <a:r>
              <a:rPr lang="en-US" sz="3200" dirty="0"/>
              <a:t> di AT&amp;T Bell Laboratories </a:t>
            </a:r>
            <a:r>
              <a:rPr lang="en-US" sz="3200" dirty="0" err="1"/>
              <a:t>awal</a:t>
            </a:r>
            <a:r>
              <a:rPr lang="en-US" sz="3200" dirty="0"/>
              <a:t> </a:t>
            </a:r>
            <a:r>
              <a:rPr lang="en-US" sz="3200" dirty="0" err="1"/>
              <a:t>tahun</a:t>
            </a:r>
            <a:r>
              <a:rPr lang="en-US" sz="3200" dirty="0"/>
              <a:t> 1980-an </a:t>
            </a:r>
            <a:r>
              <a:rPr lang="en-US" sz="3200" dirty="0" err="1"/>
              <a:t>berdasarkan</a:t>
            </a:r>
            <a:r>
              <a:rPr lang="en-US" sz="3200" dirty="0"/>
              <a:t> C ANSI (American National Standard Institute). </a:t>
            </a:r>
            <a:r>
              <a:rPr lang="en-US" sz="3200" dirty="0" err="1"/>
              <a:t>Pertama</a:t>
            </a:r>
            <a:r>
              <a:rPr lang="en-US" sz="3200" dirty="0"/>
              <a:t> kali, prototype C++ </a:t>
            </a:r>
            <a:r>
              <a:rPr lang="en-US" sz="3200" dirty="0" err="1"/>
              <a:t>muncul</a:t>
            </a:r>
            <a:r>
              <a:rPr lang="en-US" sz="3200" dirty="0"/>
              <a:t> </a:t>
            </a:r>
            <a:r>
              <a:rPr lang="en-US" sz="3200" dirty="0" err="1"/>
              <a:t>sebagai</a:t>
            </a:r>
            <a:r>
              <a:rPr lang="en-US" sz="3200" dirty="0"/>
              <a:t> C yang </a:t>
            </a:r>
            <a:r>
              <a:rPr lang="en-US" sz="3200" dirty="0" err="1"/>
              <a:t>dipercanggih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fasilitas</a:t>
            </a:r>
            <a:r>
              <a:rPr lang="en-US" sz="3200" dirty="0"/>
              <a:t> </a:t>
            </a:r>
            <a:r>
              <a:rPr lang="en-US" sz="3200" dirty="0" err="1"/>
              <a:t>kelas</a:t>
            </a:r>
            <a:r>
              <a:rPr lang="en-US" sz="3200" dirty="0"/>
              <a:t>, </a:t>
            </a:r>
            <a:r>
              <a:rPr lang="en-US" sz="3200" dirty="0" err="1"/>
              <a:t>bahasa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disebut</a:t>
            </a:r>
            <a:r>
              <a:rPr lang="en-US" sz="3200" dirty="0"/>
              <a:t> “C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kelas</a:t>
            </a:r>
            <a:r>
              <a:rPr lang="en-US" sz="3200" dirty="0"/>
              <a:t>” (C with Class). </a:t>
            </a:r>
            <a:endParaRPr lang="id-ID" sz="3200" dirty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mendukung</a:t>
            </a:r>
            <a:r>
              <a:rPr lang="en-US" sz="3200" dirty="0"/>
              <a:t> </a:t>
            </a:r>
            <a:r>
              <a:rPr lang="en-US" sz="3200" dirty="0" err="1"/>
              <a:t>fitur-fitur</a:t>
            </a:r>
            <a:r>
              <a:rPr lang="en-US" sz="3200" dirty="0"/>
              <a:t> pada C++, </a:t>
            </a:r>
            <a:r>
              <a:rPr lang="en-US" sz="3200" dirty="0" err="1"/>
              <a:t>dibangun</a:t>
            </a:r>
            <a:r>
              <a:rPr lang="en-US" sz="3200" dirty="0"/>
              <a:t> </a:t>
            </a:r>
            <a:r>
              <a:rPr lang="en-US" sz="3200" dirty="0" err="1"/>
              <a:t>efisiensi</a:t>
            </a:r>
            <a:r>
              <a:rPr lang="en-US" sz="3200" dirty="0"/>
              <a:t> dan </a:t>
            </a:r>
            <a:r>
              <a:rPr lang="en-US" sz="3200" dirty="0" err="1"/>
              <a:t>sistem</a:t>
            </a:r>
            <a:r>
              <a:rPr lang="en-US" sz="3200" dirty="0"/>
              <a:t> support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pemrograman</a:t>
            </a:r>
            <a:r>
              <a:rPr lang="en-US" sz="3200" dirty="0"/>
              <a:t> </a:t>
            </a:r>
            <a:r>
              <a:rPr lang="en-US" sz="3200" dirty="0" err="1"/>
              <a:t>tingkat</a:t>
            </a:r>
            <a:r>
              <a:rPr lang="en-US" sz="3200" dirty="0"/>
              <a:t> </a:t>
            </a:r>
            <a:r>
              <a:rPr lang="en-US" sz="3200" dirty="0" err="1"/>
              <a:t>rendah</a:t>
            </a:r>
            <a:r>
              <a:rPr lang="en-US" sz="3200" dirty="0"/>
              <a:t> (low level coding). Pada C++ </a:t>
            </a:r>
            <a:r>
              <a:rPr lang="en-US" sz="3200" dirty="0" err="1"/>
              <a:t>ditambahkan</a:t>
            </a:r>
            <a:r>
              <a:rPr lang="en-US" sz="3200" dirty="0"/>
              <a:t> </a:t>
            </a:r>
            <a:r>
              <a:rPr lang="en-US" sz="3200" dirty="0" err="1"/>
              <a:t>konsep-konsep</a:t>
            </a:r>
            <a:r>
              <a:rPr lang="en-US" sz="3200" dirty="0"/>
              <a:t> </a:t>
            </a:r>
            <a:r>
              <a:rPr lang="en-US" sz="3200" dirty="0" err="1"/>
              <a:t>baru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class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sifat-sifatnya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 inheritance dan overloading.[</a:t>
            </a:r>
            <a:r>
              <a:rPr lang="en-US" sz="3200" dirty="0" err="1"/>
              <a:t>butuh</a:t>
            </a:r>
            <a:r>
              <a:rPr lang="en-US" sz="3200" dirty="0"/>
              <a:t> </a:t>
            </a:r>
            <a:r>
              <a:rPr lang="en-US" sz="3200" dirty="0" err="1"/>
              <a:t>rujukan</a:t>
            </a:r>
            <a:r>
              <a:rPr lang="en-US" sz="3200" dirty="0"/>
              <a:t>] Salah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perbedaan</a:t>
            </a:r>
            <a:r>
              <a:rPr lang="en-US" sz="3200" dirty="0"/>
              <a:t> yang paling </a:t>
            </a:r>
            <a:r>
              <a:rPr lang="en-US" sz="3200" dirty="0" err="1"/>
              <a:t>mendasar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bahasa</a:t>
            </a:r>
            <a:r>
              <a:rPr lang="en-US" sz="3200" dirty="0"/>
              <a:t> C </a:t>
            </a:r>
            <a:r>
              <a:rPr lang="en-US" sz="3200" dirty="0" err="1"/>
              <a:t>adalah</a:t>
            </a:r>
            <a:r>
              <a:rPr lang="en-US" sz="3200" dirty="0"/>
              <a:t> </a:t>
            </a:r>
            <a:r>
              <a:rPr lang="en-US" sz="3200" dirty="0" err="1"/>
              <a:t>dukungan</a:t>
            </a:r>
            <a:r>
              <a:rPr lang="en-US" sz="3200" dirty="0"/>
              <a:t> </a:t>
            </a:r>
            <a:r>
              <a:rPr lang="en-US" sz="3200" dirty="0" err="1"/>
              <a:t>terhadap</a:t>
            </a:r>
            <a:r>
              <a:rPr lang="en-US" sz="3200" dirty="0"/>
              <a:t> </a:t>
            </a:r>
            <a:r>
              <a:rPr lang="en-US" sz="3200" dirty="0" err="1"/>
              <a:t>konsep</a:t>
            </a:r>
            <a:r>
              <a:rPr lang="en-US" sz="3200" dirty="0"/>
              <a:t> </a:t>
            </a:r>
            <a:r>
              <a:rPr lang="en-US" sz="3200" dirty="0" err="1"/>
              <a:t>pemrograman</a:t>
            </a:r>
            <a:r>
              <a:rPr lang="en-US" sz="3200" dirty="0"/>
              <a:t> </a:t>
            </a:r>
            <a:r>
              <a:rPr lang="en-US" sz="3200" dirty="0" err="1"/>
              <a:t>berorientasi</a:t>
            </a:r>
            <a:r>
              <a:rPr lang="en-US" sz="3200" dirty="0"/>
              <a:t> </a:t>
            </a:r>
            <a:r>
              <a:rPr lang="en-US" sz="3200" dirty="0" err="1"/>
              <a:t>objek</a:t>
            </a:r>
            <a:r>
              <a:rPr lang="en-US" sz="3200" dirty="0"/>
              <a:t> (</a:t>
            </a:r>
            <a:r>
              <a:rPr lang="en-US" sz="3200" dirty="0" err="1"/>
              <a:t>objectoriented</a:t>
            </a:r>
            <a:r>
              <a:rPr lang="en-US" sz="3200" dirty="0"/>
              <a:t> programming). </a:t>
            </a:r>
            <a:endParaRPr lang="id-ID" sz="3200" dirty="0"/>
          </a:p>
          <a:p>
            <a:pPr marL="0" indent="0">
              <a:buNone/>
            </a:pPr>
            <a:r>
              <a:rPr lang="en-US" sz="3200" dirty="0"/>
              <a:t>Biodata </a:t>
            </a:r>
            <a:r>
              <a:rPr lang="en-US" sz="3200" dirty="0" err="1"/>
              <a:t>biografi</a:t>
            </a:r>
            <a:r>
              <a:rPr lang="en-US" sz="3200" dirty="0"/>
              <a:t>. </a:t>
            </a:r>
            <a:r>
              <a:rPr lang="en-US" sz="3200" dirty="0">
                <a:hlinkClick r:id="rId2"/>
              </a:rPr>
              <a:t>https://en.wikipedia.org/wiki/Bjarne_Stroustrup</a:t>
            </a:r>
            <a:endParaRPr lang="id-ID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734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mpungan Konten 4">
            <a:extLst>
              <a:ext uri="{FF2B5EF4-FFF2-40B4-BE49-F238E27FC236}">
                <a16:creationId xmlns:a16="http://schemas.microsoft.com/office/drawing/2014/main" id="{861028F9-E44C-3701-DF20-3562BBFD0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17" y="76201"/>
            <a:ext cx="11359366" cy="6691132"/>
          </a:xfrm>
        </p:spPr>
      </p:pic>
    </p:spTree>
    <p:extLst>
      <p:ext uri="{BB962C8B-B14F-4D97-AF65-F5344CB8AC3E}">
        <p14:creationId xmlns:p14="http://schemas.microsoft.com/office/powerpoint/2010/main" val="40124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10D6F0A-3FEE-13A7-628C-59B2B189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29"/>
            <a:ext cx="10515600" cy="5970134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err="1"/>
              <a:t>Contoh</a:t>
            </a:r>
            <a:r>
              <a:rPr lang="en-US" sz="3200" b="1" dirty="0"/>
              <a:t> </a:t>
            </a:r>
            <a:r>
              <a:rPr lang="en-US" sz="3200" b="1" dirty="0" err="1"/>
              <a:t>Aplikasi</a:t>
            </a:r>
            <a:r>
              <a:rPr lang="en-US" sz="3200" b="1" dirty="0"/>
              <a:t> </a:t>
            </a:r>
            <a:r>
              <a:rPr lang="en-US" sz="3200" b="1" dirty="0" err="1"/>
              <a:t>dengan</a:t>
            </a:r>
            <a:r>
              <a:rPr lang="en-US" sz="3200" b="1" dirty="0"/>
              <a:t> C++ ? </a:t>
            </a:r>
            <a:endParaRPr lang="id-ID" sz="3200" b="1" dirty="0"/>
          </a:p>
          <a:p>
            <a:r>
              <a:rPr lang="en-US" dirty="0" err="1"/>
              <a:t>Winamp</a:t>
            </a:r>
            <a:r>
              <a:rPr lang="en-US" dirty="0"/>
              <a:t> Media Player </a:t>
            </a:r>
            <a:endParaRPr lang="id-ID" dirty="0"/>
          </a:p>
          <a:p>
            <a:r>
              <a:rPr lang="en-US" dirty="0"/>
              <a:t> MySQL Server </a:t>
            </a:r>
            <a:endParaRPr lang="id-ID" dirty="0"/>
          </a:p>
          <a:p>
            <a:r>
              <a:rPr lang="en-US" dirty="0"/>
              <a:t>Mozilla Firefox </a:t>
            </a:r>
            <a:endParaRPr lang="id-ID" dirty="0"/>
          </a:p>
          <a:p>
            <a:r>
              <a:rPr lang="en-US" dirty="0"/>
              <a:t>Google Chrome </a:t>
            </a:r>
            <a:endParaRPr lang="id-ID" dirty="0"/>
          </a:p>
          <a:p>
            <a:r>
              <a:rPr lang="en-US" dirty="0"/>
              <a:t>Microsoft Office </a:t>
            </a:r>
            <a:endParaRPr lang="id-ID" dirty="0"/>
          </a:p>
          <a:p>
            <a:r>
              <a:rPr lang="en-US" dirty="0"/>
              <a:t>Adobe Photoshop &amp; Illustrator </a:t>
            </a:r>
            <a:endParaRPr lang="id-ID" dirty="0"/>
          </a:p>
          <a:p>
            <a:r>
              <a:rPr lang="en-US" dirty="0"/>
              <a:t> Inkscape </a:t>
            </a:r>
            <a:endParaRPr lang="id-ID" dirty="0"/>
          </a:p>
          <a:p>
            <a:r>
              <a:rPr lang="en-US" dirty="0"/>
              <a:t> dan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lagi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CA45621-D890-C66B-2828-EDFAE60A7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6" y="192768"/>
            <a:ext cx="10515600" cy="6436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900" b="1" dirty="0" err="1"/>
              <a:t>Kenapa</a:t>
            </a:r>
            <a:r>
              <a:rPr lang="en-US" sz="3900" b="1" dirty="0"/>
              <a:t> C++ ? </a:t>
            </a:r>
            <a:endParaRPr lang="id-ID" sz="3900" b="1" dirty="0"/>
          </a:p>
          <a:p>
            <a:r>
              <a:rPr lang="en-US" dirty="0"/>
              <a:t>Bahasa C++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kapabilitas</a:t>
            </a:r>
            <a:r>
              <a:rPr lang="en-US" dirty="0"/>
              <a:t> yang sangat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programmer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tenaga</a:t>
            </a:r>
            <a:r>
              <a:rPr lang="en-US" dirty="0"/>
              <a:t> yang </a:t>
            </a:r>
            <a:r>
              <a:rPr lang="en-US" dirty="0" err="1"/>
              <a:t>dimiliki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di </a:t>
            </a:r>
            <a:r>
              <a:rPr lang="en-US" dirty="0" err="1"/>
              <a:t>berbagai</a:t>
            </a:r>
            <a:r>
              <a:rPr lang="en-US" dirty="0"/>
              <a:t> platform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/>
              <a:t>Compiler C++ yang sangat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mempercepat</a:t>
            </a:r>
            <a:r>
              <a:rPr lang="en-US" dirty="0"/>
              <a:t> proses </a:t>
            </a:r>
            <a:r>
              <a:rPr lang="en-US" dirty="0" err="1"/>
              <a:t>kompilasi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/>
              <a:t> C++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yang </a:t>
            </a:r>
            <a:r>
              <a:rPr lang="en-US" dirty="0" err="1"/>
              <a:t>mendukung</a:t>
            </a:r>
            <a:r>
              <a:rPr lang="en-US" dirty="0"/>
              <a:t> OOP(Object Oriented Programming). </a:t>
            </a:r>
            <a:endParaRPr lang="id-ID" dirty="0"/>
          </a:p>
          <a:p>
            <a:r>
              <a:rPr lang="en-US" dirty="0"/>
              <a:t>C++ </a:t>
            </a:r>
            <a:r>
              <a:rPr lang="en-US" dirty="0" err="1"/>
              <a:t>dikategorikan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menengah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mendekati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C++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graphic processor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librari</a:t>
            </a:r>
            <a:r>
              <a:rPr lang="en-US" dirty="0"/>
              <a:t> OpenGL. </a:t>
            </a:r>
            <a:endParaRPr lang="id-ID" dirty="0"/>
          </a:p>
          <a:p>
            <a:r>
              <a:rPr lang="en-US" dirty="0" err="1"/>
              <a:t>Kemudahan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data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pointer </a:t>
            </a:r>
          </a:p>
        </p:txBody>
      </p:sp>
    </p:spTree>
    <p:extLst>
      <p:ext uri="{BB962C8B-B14F-4D97-AF65-F5344CB8AC3E}">
        <p14:creationId xmlns:p14="http://schemas.microsoft.com/office/powerpoint/2010/main" val="3262244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815FDA7-52E2-E0A9-3CE1-DFD7654CD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621574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contoh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using namespace std;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main()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cout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&lt;&lt;"Hello World" &lt;&lt;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endl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cout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&lt;&lt;"Hello World2" &lt;&lt; </a:t>
            </a:r>
            <a:r>
              <a:rPr lang="en-US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endl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//return 0;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073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e Kayu">
  <a:themeElements>
    <a:clrScheme name="Tipe Kayu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e Kayu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e Kayu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Tipe Kayu</Template>
  <TotalTime>42</TotalTime>
  <Words>487</Words>
  <Application>Microsoft Office PowerPoint</Application>
  <PresentationFormat>Layar Lebar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11</vt:i4>
      </vt:variant>
    </vt:vector>
  </HeadingPairs>
  <TitlesOfParts>
    <vt:vector size="16" baseType="lpstr">
      <vt:lpstr>Calibri</vt:lpstr>
      <vt:lpstr>Rockwell</vt:lpstr>
      <vt:lpstr>Rockwell Condensed</vt:lpstr>
      <vt:lpstr>Wingdings</vt:lpstr>
      <vt:lpstr>Tipe Kayu</vt:lpstr>
      <vt:lpstr>STRUKTUR DATA</vt:lpstr>
      <vt:lpstr>Presentasi PowerPoint</vt:lpstr>
      <vt:lpstr>Presentasi PowerPoint</vt:lpstr>
      <vt:lpstr>Presentasi PowerPoint</vt:lpstr>
      <vt:lpstr>Presentasi PowerPoint</vt:lpstr>
      <vt:lpstr>SOFTWARE C++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terry.aub@outlook.co.id</dc:creator>
  <cp:lastModifiedBy>terry.aub@outlook.co.id</cp:lastModifiedBy>
  <cp:revision>2</cp:revision>
  <dcterms:created xsi:type="dcterms:W3CDTF">2024-09-12T03:44:37Z</dcterms:created>
  <dcterms:modified xsi:type="dcterms:W3CDTF">2024-09-12T04:26:49Z</dcterms:modified>
</cp:coreProperties>
</file>