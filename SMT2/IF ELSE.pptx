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6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4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5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8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0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8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9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1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1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3A9EBDD-80CD-4289-8F56-4CDC763B7CA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E553C2C-C808-45B8-9F55-63BEE35F7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9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B200BEE-5029-E8EB-140E-B2FDEC715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IF ELSE</a:t>
            </a:r>
            <a:br>
              <a:rPr lang="id-ID" dirty="0"/>
            </a:br>
            <a:r>
              <a:rPr lang="id-ID" sz="3200" b="1" dirty="0"/>
              <a:t>MATA KULIAH : Algoritma dan pemrograman ii</a:t>
            </a:r>
            <a:endParaRPr lang="en-US" sz="3200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0BF7D30B-6EA8-C04A-EAC5-E27C61FCD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337" y="4620431"/>
            <a:ext cx="8509581" cy="1783080"/>
          </a:xfrm>
        </p:spPr>
        <p:txBody>
          <a:bodyPr>
            <a:normAutofit/>
          </a:bodyPr>
          <a:lstStyle/>
          <a:p>
            <a:pPr algn="r"/>
            <a:r>
              <a:rPr lang="id-ID" dirty="0"/>
              <a:t>ADNAN TERRY SUSENO S.Kom., M.Kom.</a:t>
            </a:r>
          </a:p>
          <a:p>
            <a:pPr algn="r"/>
            <a:r>
              <a:rPr lang="id-ID" dirty="0"/>
              <a:t>FAKULTAS ILMU KOMPUTER </a:t>
            </a:r>
          </a:p>
          <a:p>
            <a:pPr algn="r"/>
            <a:r>
              <a:rPr lang="id-ID" dirty="0"/>
              <a:t>UNIVERSITAS DHARMA AUB SURAKARTA</a:t>
            </a:r>
          </a:p>
          <a:p>
            <a:pPr algn="r"/>
            <a:r>
              <a:rPr lang="id-ID" dirty="0"/>
              <a:t>TAHUN 2026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2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076117C-7CB7-A465-9A7D-CD58DE7C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5"/>
            <a:ext cx="10515600" cy="5175477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struktur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if… else minimal </a:t>
            </a:r>
            <a:r>
              <a:rPr lang="en-US" sz="3200" dirty="0" err="1"/>
              <a:t>terdapat</a:t>
            </a:r>
            <a:r>
              <a:rPr lang="en-US" sz="3200" dirty="0"/>
              <a:t> dua </a:t>
            </a:r>
            <a:r>
              <a:rPr lang="en-US" sz="3200" dirty="0" err="1"/>
              <a:t>pernyataan</a:t>
            </a:r>
            <a:r>
              <a:rPr lang="en-US" sz="3200" dirty="0"/>
              <a:t>.</a:t>
            </a:r>
            <a:endParaRPr lang="id-ID" sz="3200" dirty="0"/>
          </a:p>
          <a:p>
            <a:pPr algn="just"/>
            <a:r>
              <a:rPr lang="en-US" sz="3200" dirty="0"/>
              <a:t>Jika </a:t>
            </a:r>
            <a:r>
              <a:rPr lang="en-US" sz="3200" dirty="0" err="1"/>
              <a:t>kondisi</a:t>
            </a:r>
            <a:r>
              <a:rPr lang="en-US" sz="3200" dirty="0"/>
              <a:t> yang </a:t>
            </a:r>
            <a:r>
              <a:rPr lang="en-US" sz="3200" dirty="0" err="1"/>
              <a:t>bernilai</a:t>
            </a:r>
            <a:r>
              <a:rPr lang="en-US" sz="3200" dirty="0"/>
              <a:t> </a:t>
            </a:r>
            <a:r>
              <a:rPr lang="en-US" sz="3200" dirty="0" err="1"/>
              <a:t>benar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terpenuhi</a:t>
            </a:r>
            <a:r>
              <a:rPr lang="en-US" sz="3200" dirty="0"/>
              <a:t>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pernyataan</a:t>
            </a:r>
            <a:r>
              <a:rPr lang="en-US" sz="3200" dirty="0"/>
              <a:t> yang </a:t>
            </a:r>
            <a:r>
              <a:rPr lang="en-US" sz="3200" dirty="0" err="1"/>
              <a:t>dilakasaan</a:t>
            </a:r>
            <a:r>
              <a:rPr lang="en-US" sz="3200" dirty="0"/>
              <a:t> dan </a:t>
            </a:r>
            <a:r>
              <a:rPr lang="en-US" sz="3200" dirty="0" err="1"/>
              <a:t>jika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yang </a:t>
            </a:r>
            <a:r>
              <a:rPr lang="en-US" sz="3200" dirty="0" err="1"/>
              <a:t>diperiksa</a:t>
            </a:r>
            <a:r>
              <a:rPr lang="en-US" sz="3200" dirty="0"/>
              <a:t> </a:t>
            </a:r>
            <a:r>
              <a:rPr lang="en-US" sz="3200" dirty="0" err="1"/>
              <a:t>bernilai</a:t>
            </a:r>
            <a:r>
              <a:rPr lang="en-US" sz="3200" dirty="0"/>
              <a:t> salah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pernyataan</a:t>
            </a:r>
            <a:r>
              <a:rPr lang="en-US" sz="3200" dirty="0"/>
              <a:t> yang </a:t>
            </a:r>
            <a:r>
              <a:rPr lang="en-US" sz="3200" dirty="0" err="1"/>
              <a:t>kedua</a:t>
            </a:r>
            <a:r>
              <a:rPr lang="en-US" sz="3200" dirty="0"/>
              <a:t> yang </a:t>
            </a:r>
            <a:r>
              <a:rPr lang="en-US" sz="3200" dirty="0" err="1"/>
              <a:t>dihasilkan</a:t>
            </a:r>
            <a:r>
              <a:rPr lang="en-US" sz="3200" dirty="0"/>
              <a:t>. </a:t>
            </a:r>
            <a:endParaRPr lang="id-ID" sz="3200" dirty="0"/>
          </a:p>
          <a:p>
            <a:pPr algn="just"/>
            <a:r>
              <a:rPr lang="en-US" sz="3200" dirty="0" err="1"/>
              <a:t>Bentuk</a:t>
            </a:r>
            <a:r>
              <a:rPr lang="en-US" sz="3200" dirty="0"/>
              <a:t> </a:t>
            </a:r>
            <a:r>
              <a:rPr lang="en-US" sz="3200" dirty="0" err="1"/>
              <a:t>umumnya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sebagai</a:t>
            </a:r>
            <a:r>
              <a:rPr lang="en-US" sz="3200" dirty="0"/>
              <a:t> </a:t>
            </a:r>
            <a:r>
              <a:rPr lang="en-US" sz="3200" dirty="0" err="1"/>
              <a:t>berikut</a:t>
            </a:r>
            <a:r>
              <a:rPr lang="en-US" sz="3200" dirty="0"/>
              <a:t> : if(</a:t>
            </a:r>
            <a:r>
              <a:rPr lang="en-US" sz="3200" dirty="0" err="1"/>
              <a:t>kondisi</a:t>
            </a:r>
            <a:r>
              <a:rPr lang="en-US" sz="3200" dirty="0"/>
              <a:t>).IF dan ELSE </a:t>
            </a:r>
            <a:r>
              <a:rPr lang="en-US" sz="3200" dirty="0" err="1"/>
              <a:t>digunakan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mengecek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1 kali, </a:t>
            </a:r>
            <a:r>
              <a:rPr lang="en-US" sz="3200" dirty="0" err="1"/>
              <a:t>tentu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tetap</a:t>
            </a:r>
            <a:r>
              <a:rPr lang="en-US" sz="3200" dirty="0"/>
              <a:t> </a:t>
            </a:r>
            <a:r>
              <a:rPr lang="en-US" sz="3200" dirty="0" err="1"/>
              <a:t>memberikan</a:t>
            </a:r>
            <a:r>
              <a:rPr lang="en-US" sz="3200" dirty="0"/>
              <a:t> </a:t>
            </a:r>
            <a:r>
              <a:rPr lang="en-US" sz="3200" dirty="0" err="1"/>
              <a:t>pernyataan</a:t>
            </a:r>
            <a:r>
              <a:rPr lang="en-US" sz="3200" dirty="0"/>
              <a:t> di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if,else</a:t>
            </a:r>
            <a:r>
              <a:rPr lang="en-US" sz="3200" dirty="0"/>
              <a:t> if, dan else. 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79840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0FDB5A9-039F-4EDF-3EAD-81795D8D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4657"/>
            <a:ext cx="10515600" cy="538230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1 if(</a:t>
            </a:r>
            <a:r>
              <a:rPr lang="en-US" dirty="0" err="1"/>
              <a:t>kondisi</a:t>
            </a:r>
            <a:r>
              <a:rPr lang="en-US" dirty="0"/>
              <a:t>)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{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2 Pertanyaan-1;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3 {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4 Else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5 { </a:t>
            </a:r>
            <a:endParaRPr lang="id-ID"/>
          </a:p>
          <a:p>
            <a:pPr marL="0" indent="0">
              <a:buNone/>
            </a:pPr>
            <a:r>
              <a:rPr lang="en-US"/>
              <a:t>6 </a:t>
            </a:r>
            <a:r>
              <a:rPr lang="en-US" dirty="0"/>
              <a:t>Pernyataan-2;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7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8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16AE104-6E03-CEC1-2A41-803D129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132"/>
          </a:xfrm>
        </p:spPr>
        <p:txBody>
          <a:bodyPr>
            <a:normAutofit fontScale="90000"/>
          </a:bodyPr>
          <a:lstStyle/>
          <a:p>
            <a:r>
              <a:rPr lang="id-ID" dirty="0"/>
              <a:t>Contoh Program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48F4B143-3072-7ACE-0275-426FABFA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3258"/>
            <a:ext cx="6465106" cy="558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3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33A26F6-EB84-B8E4-8EDA-5D5EAA2E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Out</a:t>
            </a:r>
            <a:r>
              <a:rPr lang="id-ID" dirty="0"/>
              <a:t> </a:t>
            </a:r>
            <a:r>
              <a:rPr lang="id-ID" dirty="0" err="1"/>
              <a:t>put</a:t>
            </a:r>
            <a:r>
              <a:rPr lang="id-ID" dirty="0"/>
              <a:t> Program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617428BE-3F9D-6024-2916-121C11AE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0066"/>
            <a:ext cx="6906589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1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567975BC-A1EC-F7DF-867B-A236081E9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33" y="1938129"/>
            <a:ext cx="7268589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473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e Kayu">
  <a:themeElements>
    <a:clrScheme name="Tipe Kayu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e Kayu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e Kayu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Tipe Kayu</Template>
  <TotalTime>79</TotalTime>
  <Words>136</Words>
  <Application>Microsoft Office PowerPoint</Application>
  <PresentationFormat>Layar Lebar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0" baseType="lpstr">
      <vt:lpstr>Rockwell</vt:lpstr>
      <vt:lpstr>Rockwell Condensed</vt:lpstr>
      <vt:lpstr>Wingdings</vt:lpstr>
      <vt:lpstr>Tipe Kayu</vt:lpstr>
      <vt:lpstr>IF ELSE MATA KULIAH : Algoritma dan pemrograman ii</vt:lpstr>
      <vt:lpstr>Presentasi PowerPoint</vt:lpstr>
      <vt:lpstr>Presentasi PowerPoint</vt:lpstr>
      <vt:lpstr>Contoh Program</vt:lpstr>
      <vt:lpstr>Out put Program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Terry Suseno Univ. Dharma AUB Surakarta</dc:creator>
  <cp:lastModifiedBy>A Terry Suseno Univ. Dharma AUB Surakarta</cp:lastModifiedBy>
  <cp:revision>5</cp:revision>
  <dcterms:created xsi:type="dcterms:W3CDTF">2026-06-03T22:54:13Z</dcterms:created>
  <dcterms:modified xsi:type="dcterms:W3CDTF">2026-06-04T03:56:02Z</dcterms:modified>
</cp:coreProperties>
</file>