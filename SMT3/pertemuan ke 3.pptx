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09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Jud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6C28AF25-58A6-0AD7-4899-EF57062CFD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Subjudul 2">
            <a:extLst>
              <a:ext uri="{FF2B5EF4-FFF2-40B4-BE49-F238E27FC236}">
                <a16:creationId xmlns:a16="http://schemas.microsoft.com/office/drawing/2014/main" id="{5C7310DC-64CC-AFAF-A84A-7F32C64BE6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d-ID"/>
              <a:t>Klik untuk mengedit gaya subjudul Master</a:t>
            </a:r>
            <a:endParaRPr lang="en-US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4D6A5C92-D35C-0E09-6889-56A5C83BD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2AB2D-D148-44C6-86F9-2BC762249899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8373B901-DEED-0F82-4690-EC3AF646B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0906AD72-CDEE-39FD-4723-0C34DFEE5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C44F3-806F-4B19-9A6F-AF0B2EB30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309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Judul dan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4F45B570-0DCA-BA10-9A25-1C77EC725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98287847-3876-F2A2-110A-A11B67216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6D6A68EB-FAAC-6606-9A0E-605D5BC62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2AB2D-D148-44C6-86F9-2BC762249899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FBC21BFA-A128-194B-DB82-66A229447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76AA740E-A908-9180-3B43-34543D72E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C44F3-806F-4B19-9A6F-AF0B2EB30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222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eader Bagi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283FB325-1DC0-0D5F-AD1E-C013DA730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C6EE1C76-405E-1BE0-1433-F1A8E6F9B8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75BA422A-03FD-E597-DC5C-7F00496B1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2AB2D-D148-44C6-86F9-2BC762249899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03FECEB1-1DE8-7A28-E640-56C98824E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E898B90A-B90E-914A-A3ED-1F118644D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C44F3-806F-4B19-9A6F-AF0B2EB30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28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A4C39BC6-EA3B-3FF1-6EDE-130E97774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80BF6B76-E6FC-A482-AD04-79A3FC9A49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4" name="Tampungan Konten 3">
            <a:extLst>
              <a:ext uri="{FF2B5EF4-FFF2-40B4-BE49-F238E27FC236}">
                <a16:creationId xmlns:a16="http://schemas.microsoft.com/office/drawing/2014/main" id="{998A76CD-BFF1-02B7-E2C4-8FEBEC0E8B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5" name="Tampungan Tanggal 4">
            <a:extLst>
              <a:ext uri="{FF2B5EF4-FFF2-40B4-BE49-F238E27FC236}">
                <a16:creationId xmlns:a16="http://schemas.microsoft.com/office/drawing/2014/main" id="{D807FFA7-021D-DFCA-CE31-332238411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2AB2D-D148-44C6-86F9-2BC762249899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6" name="Tampungan Kaki 5">
            <a:extLst>
              <a:ext uri="{FF2B5EF4-FFF2-40B4-BE49-F238E27FC236}">
                <a16:creationId xmlns:a16="http://schemas.microsoft.com/office/drawing/2014/main" id="{A5BBFE4F-1BCF-ACE5-71ED-68A1849E3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ampungan Nomor Slide 6">
            <a:extLst>
              <a:ext uri="{FF2B5EF4-FFF2-40B4-BE49-F238E27FC236}">
                <a16:creationId xmlns:a16="http://schemas.microsoft.com/office/drawing/2014/main" id="{BB29427B-7A6D-AFF9-180A-1E26065CD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C44F3-806F-4B19-9A6F-AF0B2EB30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739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erbandi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996F8721-0653-9002-1DA0-C5E978879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C5CACB95-9240-8A07-F647-E65F00CAE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Tampungan Konten 3">
            <a:extLst>
              <a:ext uri="{FF2B5EF4-FFF2-40B4-BE49-F238E27FC236}">
                <a16:creationId xmlns:a16="http://schemas.microsoft.com/office/drawing/2014/main" id="{DF6A9A21-EBCE-C9E3-43BE-B5969A5D0D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5" name="Tampungan Teks 4">
            <a:extLst>
              <a:ext uri="{FF2B5EF4-FFF2-40B4-BE49-F238E27FC236}">
                <a16:creationId xmlns:a16="http://schemas.microsoft.com/office/drawing/2014/main" id="{15D67E98-1687-F739-AC9F-9D9E21CA9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6" name="Tampungan Konten 5">
            <a:extLst>
              <a:ext uri="{FF2B5EF4-FFF2-40B4-BE49-F238E27FC236}">
                <a16:creationId xmlns:a16="http://schemas.microsoft.com/office/drawing/2014/main" id="{D1DD41FA-E973-2855-0F99-FE88891908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7" name="Tampungan Tanggal 6">
            <a:extLst>
              <a:ext uri="{FF2B5EF4-FFF2-40B4-BE49-F238E27FC236}">
                <a16:creationId xmlns:a16="http://schemas.microsoft.com/office/drawing/2014/main" id="{43E2D8C1-DD5C-3432-9B49-7912C7672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2AB2D-D148-44C6-86F9-2BC762249899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8" name="Tampungan Kaki 7">
            <a:extLst>
              <a:ext uri="{FF2B5EF4-FFF2-40B4-BE49-F238E27FC236}">
                <a16:creationId xmlns:a16="http://schemas.microsoft.com/office/drawing/2014/main" id="{5E4808C0-279B-3A85-1BDE-EC0BC53C4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ampungan Nomor Slide 8">
            <a:extLst>
              <a:ext uri="{FF2B5EF4-FFF2-40B4-BE49-F238E27FC236}">
                <a16:creationId xmlns:a16="http://schemas.microsoft.com/office/drawing/2014/main" id="{072E8394-2242-6173-CF62-83FDABCC4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C44F3-806F-4B19-9A6F-AF0B2EB30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824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udul S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5D4B9070-F5C4-E951-0A5A-6CFCC4285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Tanggal 2">
            <a:extLst>
              <a:ext uri="{FF2B5EF4-FFF2-40B4-BE49-F238E27FC236}">
                <a16:creationId xmlns:a16="http://schemas.microsoft.com/office/drawing/2014/main" id="{EA38619A-41E6-A5EE-DB76-E5793243D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2AB2D-D148-44C6-86F9-2BC762249899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4" name="Tampungan Kaki 3">
            <a:extLst>
              <a:ext uri="{FF2B5EF4-FFF2-40B4-BE49-F238E27FC236}">
                <a16:creationId xmlns:a16="http://schemas.microsoft.com/office/drawing/2014/main" id="{67246BB9-6EC0-013D-989B-2D457B1EC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ampungan Nomor Slide 4">
            <a:extLst>
              <a:ext uri="{FF2B5EF4-FFF2-40B4-BE49-F238E27FC236}">
                <a16:creationId xmlns:a16="http://schemas.microsoft.com/office/drawing/2014/main" id="{17858441-A236-F55A-EAA1-FDF7B0C98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C44F3-806F-4B19-9A6F-AF0B2EB30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974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os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Tanggal 1">
            <a:extLst>
              <a:ext uri="{FF2B5EF4-FFF2-40B4-BE49-F238E27FC236}">
                <a16:creationId xmlns:a16="http://schemas.microsoft.com/office/drawing/2014/main" id="{337B3ADC-8FA0-171B-6EAF-D373F0F97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2AB2D-D148-44C6-86F9-2BC762249899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3" name="Tampungan Kaki 2">
            <a:extLst>
              <a:ext uri="{FF2B5EF4-FFF2-40B4-BE49-F238E27FC236}">
                <a16:creationId xmlns:a16="http://schemas.microsoft.com/office/drawing/2014/main" id="{1B7FD705-B421-FE63-AFAB-05493131D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ampungan Nomor Slide 3">
            <a:extLst>
              <a:ext uri="{FF2B5EF4-FFF2-40B4-BE49-F238E27FC236}">
                <a16:creationId xmlns:a16="http://schemas.microsoft.com/office/drawing/2014/main" id="{6D1D1032-46D0-8112-05B8-B766090D1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C44F3-806F-4B19-9A6F-AF0B2EB30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367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onten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E368EF08-095E-11A9-963A-2A2B0CD91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932B9EDD-3A1A-720E-F520-12C1A93E4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4" name="Tampungan Teks 3">
            <a:extLst>
              <a:ext uri="{FF2B5EF4-FFF2-40B4-BE49-F238E27FC236}">
                <a16:creationId xmlns:a16="http://schemas.microsoft.com/office/drawing/2014/main" id="{2B890A17-7E76-41D4-0BD8-3D3FB581FF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Tampungan Tanggal 4">
            <a:extLst>
              <a:ext uri="{FF2B5EF4-FFF2-40B4-BE49-F238E27FC236}">
                <a16:creationId xmlns:a16="http://schemas.microsoft.com/office/drawing/2014/main" id="{58145756-6B3D-8823-36C2-DB34615A2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2AB2D-D148-44C6-86F9-2BC762249899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6" name="Tampungan Kaki 5">
            <a:extLst>
              <a:ext uri="{FF2B5EF4-FFF2-40B4-BE49-F238E27FC236}">
                <a16:creationId xmlns:a16="http://schemas.microsoft.com/office/drawing/2014/main" id="{A2CB844F-C31A-C303-67DC-95BEDBADB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ampungan Nomor Slide 6">
            <a:extLst>
              <a:ext uri="{FF2B5EF4-FFF2-40B4-BE49-F238E27FC236}">
                <a16:creationId xmlns:a16="http://schemas.microsoft.com/office/drawing/2014/main" id="{E22C8F18-A93B-8AB1-FF32-E1B8B5FA0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C44F3-806F-4B19-9A6F-AF0B2EB30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042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Gambar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47F6E283-2D66-501D-362F-D7859830D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Gambar 2">
            <a:extLst>
              <a:ext uri="{FF2B5EF4-FFF2-40B4-BE49-F238E27FC236}">
                <a16:creationId xmlns:a16="http://schemas.microsoft.com/office/drawing/2014/main" id="{70C13FA5-26ED-00E8-7008-76464981EF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ampungan Teks 3">
            <a:extLst>
              <a:ext uri="{FF2B5EF4-FFF2-40B4-BE49-F238E27FC236}">
                <a16:creationId xmlns:a16="http://schemas.microsoft.com/office/drawing/2014/main" id="{B6B665EE-4BFC-9A20-7BE0-76B4297D0F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Tampungan Tanggal 4">
            <a:extLst>
              <a:ext uri="{FF2B5EF4-FFF2-40B4-BE49-F238E27FC236}">
                <a16:creationId xmlns:a16="http://schemas.microsoft.com/office/drawing/2014/main" id="{0DC7DFD9-F15C-E749-131C-8C1164021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2AB2D-D148-44C6-86F9-2BC762249899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6" name="Tampungan Kaki 5">
            <a:extLst>
              <a:ext uri="{FF2B5EF4-FFF2-40B4-BE49-F238E27FC236}">
                <a16:creationId xmlns:a16="http://schemas.microsoft.com/office/drawing/2014/main" id="{7DB05D8E-7213-5212-598F-F39BFF971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ampungan Nomor Slide 6">
            <a:extLst>
              <a:ext uri="{FF2B5EF4-FFF2-40B4-BE49-F238E27FC236}">
                <a16:creationId xmlns:a16="http://schemas.microsoft.com/office/drawing/2014/main" id="{34B70E3D-FA3B-F66C-8350-141A1BE3C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C44F3-806F-4B19-9A6F-AF0B2EB30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115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Judul dan Teks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2107883E-7DC8-B2D8-802C-4507059AB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Teks Vertikal 2">
            <a:extLst>
              <a:ext uri="{FF2B5EF4-FFF2-40B4-BE49-F238E27FC236}">
                <a16:creationId xmlns:a16="http://schemas.microsoft.com/office/drawing/2014/main" id="{3E4BEF4F-3FF3-C223-7AA1-19C7B92A9A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0F737262-3166-6F7D-91EF-7759ADC7B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2AB2D-D148-44C6-86F9-2BC762249899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9EAF8097-6EEF-DCAA-2A33-FF8117404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B78D7623-2A0D-AEC0-00C0-31AB26CE7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C44F3-806F-4B19-9A6F-AF0B2EB30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47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Judul Vertikal dan Te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Vertikal 1">
            <a:extLst>
              <a:ext uri="{FF2B5EF4-FFF2-40B4-BE49-F238E27FC236}">
                <a16:creationId xmlns:a16="http://schemas.microsoft.com/office/drawing/2014/main" id="{ABBF8884-713F-4331-71FD-EA7C4E9CE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Teks Vertikal 2">
            <a:extLst>
              <a:ext uri="{FF2B5EF4-FFF2-40B4-BE49-F238E27FC236}">
                <a16:creationId xmlns:a16="http://schemas.microsoft.com/office/drawing/2014/main" id="{C30A0646-014D-7C84-80DC-271B26B27A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05CE843F-D682-DCAC-3C3A-CD715B970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2AB2D-D148-44C6-86F9-2BC762249899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5659E0A3-606B-E713-E981-A6D0CE8C5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317D9B2D-E348-CC02-1C5E-2C0CC488C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C44F3-806F-4B19-9A6F-AF0B2EB30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697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Judul 1">
            <a:extLst>
              <a:ext uri="{FF2B5EF4-FFF2-40B4-BE49-F238E27FC236}">
                <a16:creationId xmlns:a16="http://schemas.microsoft.com/office/drawing/2014/main" id="{7AC77C6D-5625-DBB7-74F7-3D73F7E5F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2975AFBE-3563-DB3E-A567-A407D5D8DD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4633822C-CF34-81AE-76D6-279EF02496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32AB2D-D148-44C6-86F9-2BC762249899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AD768FDB-0799-105C-CA86-D803129CC7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73CD9684-F4CA-3624-36A9-EE528CA5C5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DC44F3-806F-4B19-9A6F-AF0B2EB30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126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A25C3A12-7D3E-F6B9-1DF3-456174BC73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id-ID" sz="7200" b="1" dirty="0">
                <a:latin typeface="+mn-lt"/>
              </a:rPr>
              <a:t>STRUCTURE</a:t>
            </a:r>
            <a:endParaRPr lang="en-US" sz="7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35527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2A592E4A-C810-BEA8-CB7E-1C4B92E7A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PENGERTIAN STRUCTURE</a:t>
            </a:r>
            <a:endParaRPr lang="en-US" dirty="0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53F38FB4-0C1C-01A5-70AE-54131F83A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4000" dirty="0"/>
              <a:t>Structure (</a:t>
            </a:r>
            <a:r>
              <a:rPr lang="en-US" sz="4000" dirty="0" err="1"/>
              <a:t>struktur</a:t>
            </a:r>
            <a:r>
              <a:rPr lang="en-US" sz="4000" dirty="0"/>
              <a:t>) </a:t>
            </a:r>
            <a:r>
              <a:rPr lang="en-US" sz="4000" dirty="0" err="1"/>
              <a:t>adalah</a:t>
            </a:r>
            <a:r>
              <a:rPr lang="en-US" sz="4000" dirty="0"/>
              <a:t> </a:t>
            </a:r>
            <a:r>
              <a:rPr lang="en-US" sz="4000" dirty="0" err="1"/>
              <a:t>kumpulan</a:t>
            </a:r>
            <a:r>
              <a:rPr lang="en-US" sz="4000" dirty="0"/>
              <a:t> </a:t>
            </a:r>
            <a:r>
              <a:rPr lang="en-US" sz="4000" dirty="0" err="1"/>
              <a:t>elemen-elemen</a:t>
            </a:r>
            <a:r>
              <a:rPr lang="en-US" sz="4000" dirty="0"/>
              <a:t> data yang </a:t>
            </a:r>
            <a:r>
              <a:rPr lang="en-US" sz="4000" dirty="0" err="1"/>
              <a:t>digabungkan</a:t>
            </a:r>
            <a:r>
              <a:rPr lang="en-US" sz="4000" dirty="0"/>
              <a:t> </a:t>
            </a:r>
            <a:r>
              <a:rPr lang="en-US" sz="4000" dirty="0" err="1"/>
              <a:t>menjadi</a:t>
            </a:r>
            <a:r>
              <a:rPr lang="en-US" sz="4000" dirty="0"/>
              <a:t> </a:t>
            </a:r>
            <a:r>
              <a:rPr lang="en-US" sz="4000" dirty="0" err="1"/>
              <a:t>satu</a:t>
            </a:r>
            <a:r>
              <a:rPr lang="en-US" sz="4000" dirty="0"/>
              <a:t> </a:t>
            </a:r>
            <a:r>
              <a:rPr lang="en-US" sz="4000" dirty="0" err="1"/>
              <a:t>kesatuan</a:t>
            </a:r>
            <a:r>
              <a:rPr lang="en-US" sz="4000" dirty="0"/>
              <a:t>. Masing-masing </a:t>
            </a:r>
            <a:r>
              <a:rPr lang="en-US" sz="4000" dirty="0" err="1"/>
              <a:t>elemen</a:t>
            </a:r>
            <a:r>
              <a:rPr lang="en-US" sz="4000" dirty="0"/>
              <a:t> data </a:t>
            </a:r>
            <a:r>
              <a:rPr lang="en-US" sz="4000" dirty="0" err="1"/>
              <a:t>tersebut</a:t>
            </a:r>
            <a:r>
              <a:rPr lang="en-US" sz="4000" dirty="0"/>
              <a:t> </a:t>
            </a:r>
            <a:r>
              <a:rPr lang="en-US" sz="4000" dirty="0" err="1"/>
              <a:t>dikenal</a:t>
            </a:r>
            <a:r>
              <a:rPr lang="en-US" sz="4000" dirty="0"/>
              <a:t> </a:t>
            </a:r>
            <a:r>
              <a:rPr lang="en-US" sz="4000" dirty="0" err="1"/>
              <a:t>dengan</a:t>
            </a:r>
            <a:r>
              <a:rPr lang="en-US" sz="4000" dirty="0"/>
              <a:t> </a:t>
            </a:r>
            <a:r>
              <a:rPr lang="en-US" sz="4000" dirty="0" err="1"/>
              <a:t>sebutan</a:t>
            </a:r>
            <a:r>
              <a:rPr lang="en-US" sz="4000" dirty="0"/>
              <a:t> field. Field data </a:t>
            </a:r>
            <a:r>
              <a:rPr lang="en-US" sz="4000" dirty="0" err="1"/>
              <a:t>tersebut</a:t>
            </a:r>
            <a:r>
              <a:rPr lang="en-US" sz="4000" dirty="0"/>
              <a:t> </a:t>
            </a:r>
            <a:r>
              <a:rPr lang="en-US" sz="4000" dirty="0" err="1"/>
              <a:t>dapat</a:t>
            </a:r>
            <a:r>
              <a:rPr lang="en-US" sz="4000" dirty="0"/>
              <a:t> </a:t>
            </a:r>
            <a:r>
              <a:rPr lang="en-US" sz="4000" dirty="0" err="1"/>
              <a:t>memiliki</a:t>
            </a:r>
            <a:r>
              <a:rPr lang="en-US" sz="4000" dirty="0"/>
              <a:t> </a:t>
            </a:r>
            <a:r>
              <a:rPr lang="en-US" sz="4000" dirty="0" err="1"/>
              <a:t>tipe</a:t>
            </a:r>
            <a:r>
              <a:rPr lang="en-US" sz="4000" dirty="0"/>
              <a:t> data yang </a:t>
            </a:r>
            <a:r>
              <a:rPr lang="en-US" sz="4000" dirty="0" err="1"/>
              <a:t>sama</a:t>
            </a:r>
            <a:r>
              <a:rPr lang="en-US" sz="4000" dirty="0"/>
              <a:t> </a:t>
            </a:r>
            <a:r>
              <a:rPr lang="en-US" sz="4000" dirty="0" err="1"/>
              <a:t>ataupun</a:t>
            </a:r>
            <a:r>
              <a:rPr lang="en-US" sz="4000" dirty="0"/>
              <a:t> </a:t>
            </a:r>
            <a:r>
              <a:rPr lang="en-US" sz="4000" dirty="0" err="1"/>
              <a:t>berbeda</a:t>
            </a:r>
            <a:r>
              <a:rPr lang="en-US" sz="4000" dirty="0"/>
              <a:t>. </a:t>
            </a:r>
            <a:r>
              <a:rPr lang="en-US" sz="4000" dirty="0" err="1"/>
              <a:t>Walaupun</a:t>
            </a:r>
            <a:r>
              <a:rPr lang="en-US" sz="4000" dirty="0"/>
              <a:t> field</a:t>
            </a:r>
            <a:r>
              <a:rPr lang="id-ID" sz="4000" dirty="0"/>
              <a:t> </a:t>
            </a:r>
            <a:r>
              <a:rPr lang="en-US" sz="4000" dirty="0"/>
              <a:t>field </a:t>
            </a:r>
            <a:r>
              <a:rPr lang="en-US" sz="4000" dirty="0" err="1"/>
              <a:t>tersebut</a:t>
            </a:r>
            <a:r>
              <a:rPr lang="en-US" sz="4000" dirty="0"/>
              <a:t> </a:t>
            </a:r>
            <a:r>
              <a:rPr lang="en-US" sz="4000" dirty="0" err="1"/>
              <a:t>berada</a:t>
            </a:r>
            <a:r>
              <a:rPr lang="en-US" sz="4000" dirty="0"/>
              <a:t> </a:t>
            </a:r>
            <a:r>
              <a:rPr lang="en-US" sz="4000" dirty="0" err="1"/>
              <a:t>dalam</a:t>
            </a:r>
            <a:r>
              <a:rPr lang="en-US" sz="4000" dirty="0"/>
              <a:t> </a:t>
            </a:r>
            <a:r>
              <a:rPr lang="en-US" sz="4000" dirty="0" err="1"/>
              <a:t>satu</a:t>
            </a:r>
            <a:r>
              <a:rPr lang="en-US" sz="4000" dirty="0"/>
              <a:t> </a:t>
            </a:r>
            <a:r>
              <a:rPr lang="en-US" sz="4000" dirty="0" err="1"/>
              <a:t>kesatuan</a:t>
            </a:r>
            <a:r>
              <a:rPr lang="en-US" sz="4000" dirty="0"/>
              <a:t>, masing-masing field </a:t>
            </a:r>
            <a:r>
              <a:rPr lang="en-US" sz="4000" dirty="0" err="1"/>
              <a:t>tersebut</a:t>
            </a:r>
            <a:r>
              <a:rPr lang="en-US" sz="4000" dirty="0"/>
              <a:t> </a:t>
            </a:r>
            <a:r>
              <a:rPr lang="en-US" sz="4000" dirty="0" err="1"/>
              <a:t>tetap</a:t>
            </a:r>
            <a:r>
              <a:rPr lang="en-US" sz="4000" dirty="0"/>
              <a:t> </a:t>
            </a:r>
            <a:r>
              <a:rPr lang="en-US" sz="4000" dirty="0" err="1"/>
              <a:t>dapat</a:t>
            </a:r>
            <a:r>
              <a:rPr lang="en-US" sz="4000" dirty="0"/>
              <a:t> </a:t>
            </a:r>
            <a:r>
              <a:rPr lang="en-US" sz="4000" dirty="0" err="1"/>
              <a:t>diakses</a:t>
            </a:r>
            <a:r>
              <a:rPr lang="en-US" sz="4000" dirty="0"/>
              <a:t> </a:t>
            </a:r>
            <a:r>
              <a:rPr lang="en-US" sz="4000" dirty="0" err="1"/>
              <a:t>secara</a:t>
            </a:r>
            <a:r>
              <a:rPr lang="en-US" sz="4000" dirty="0"/>
              <a:t> individual.</a:t>
            </a:r>
          </a:p>
        </p:txBody>
      </p:sp>
    </p:spTree>
    <p:extLst>
      <p:ext uri="{BB962C8B-B14F-4D97-AF65-F5344CB8AC3E}">
        <p14:creationId xmlns:p14="http://schemas.microsoft.com/office/powerpoint/2010/main" val="3556113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F872FAA3-1562-C798-F5A8-5F305902A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9857"/>
            <a:ext cx="10515600" cy="568710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4000" dirty="0"/>
              <a:t>Field-field </a:t>
            </a:r>
            <a:r>
              <a:rPr lang="en-US" sz="4000" dirty="0" err="1"/>
              <a:t>tersebut</a:t>
            </a:r>
            <a:r>
              <a:rPr lang="en-US" sz="4000" dirty="0"/>
              <a:t> </a:t>
            </a:r>
            <a:r>
              <a:rPr lang="en-US" sz="4000" dirty="0" err="1"/>
              <a:t>digabungkan</a:t>
            </a:r>
            <a:r>
              <a:rPr lang="en-US" sz="4000" dirty="0"/>
              <a:t> </a:t>
            </a:r>
            <a:r>
              <a:rPr lang="en-US" sz="4000" dirty="0" err="1"/>
              <a:t>menjadi</a:t>
            </a:r>
            <a:r>
              <a:rPr lang="en-US" sz="4000" dirty="0"/>
              <a:t> </a:t>
            </a:r>
            <a:r>
              <a:rPr lang="en-US" sz="4000" dirty="0" err="1"/>
              <a:t>satu</a:t>
            </a:r>
            <a:r>
              <a:rPr lang="en-US" sz="4000" dirty="0"/>
              <a:t> </a:t>
            </a:r>
            <a:r>
              <a:rPr lang="en-US" sz="4000" dirty="0" err="1"/>
              <a:t>dengan</a:t>
            </a:r>
            <a:r>
              <a:rPr lang="en-US" sz="4000" dirty="0"/>
              <a:t> </a:t>
            </a:r>
            <a:r>
              <a:rPr lang="en-US" sz="4000" dirty="0" err="1"/>
              <a:t>tujuan</a:t>
            </a:r>
            <a:r>
              <a:rPr lang="en-US" sz="4000" dirty="0"/>
              <a:t> </a:t>
            </a:r>
            <a:r>
              <a:rPr lang="en-US" sz="4000" dirty="0" err="1"/>
              <a:t>untuk</a:t>
            </a:r>
            <a:r>
              <a:rPr lang="en-US" sz="4000" dirty="0"/>
              <a:t> </a:t>
            </a:r>
            <a:r>
              <a:rPr lang="en-US" sz="4000" dirty="0" err="1"/>
              <a:t>kemudahan</a:t>
            </a:r>
            <a:r>
              <a:rPr lang="en-US" sz="4000" dirty="0"/>
              <a:t> </a:t>
            </a:r>
            <a:r>
              <a:rPr lang="en-US" sz="4000" dirty="0" err="1"/>
              <a:t>dalam</a:t>
            </a:r>
            <a:r>
              <a:rPr lang="en-US" sz="4000" dirty="0"/>
              <a:t> </a:t>
            </a:r>
            <a:r>
              <a:rPr lang="en-US" sz="4000" dirty="0" err="1"/>
              <a:t>operasinya</a:t>
            </a:r>
            <a:r>
              <a:rPr lang="en-US" sz="4000" dirty="0"/>
              <a:t>. </a:t>
            </a:r>
            <a:r>
              <a:rPr lang="en-US" sz="4000" dirty="0" err="1"/>
              <a:t>Misalnya</a:t>
            </a:r>
            <a:r>
              <a:rPr lang="en-US" sz="4000" dirty="0"/>
              <a:t> Anda </a:t>
            </a:r>
            <a:r>
              <a:rPr lang="en-US" sz="4000" dirty="0" err="1"/>
              <a:t>ingin</a:t>
            </a:r>
            <a:r>
              <a:rPr lang="en-US" sz="4000" dirty="0"/>
              <a:t> </a:t>
            </a:r>
            <a:r>
              <a:rPr lang="en-US" sz="4000" dirty="0" err="1"/>
              <a:t>mencatat</a:t>
            </a:r>
            <a:r>
              <a:rPr lang="en-US" sz="4000" dirty="0"/>
              <a:t> data-data </a:t>
            </a:r>
            <a:r>
              <a:rPr lang="en-US" sz="4000" dirty="0" err="1"/>
              <a:t>mahasiswa</a:t>
            </a:r>
            <a:r>
              <a:rPr lang="en-US" sz="4000" dirty="0"/>
              <a:t> dan </a:t>
            </a:r>
            <a:r>
              <a:rPr lang="en-US" sz="4000" dirty="0" err="1"/>
              <a:t>pelajar</a:t>
            </a:r>
            <a:r>
              <a:rPr lang="en-US" sz="4000" dirty="0"/>
              <a:t> </a:t>
            </a:r>
            <a:r>
              <a:rPr lang="en-US" sz="4000" dirty="0" err="1"/>
              <a:t>dalam</a:t>
            </a:r>
            <a:r>
              <a:rPr lang="en-US" sz="4000" dirty="0"/>
              <a:t> </a:t>
            </a:r>
            <a:r>
              <a:rPr lang="en-US" sz="4000" dirty="0" err="1"/>
              <a:t>sebuah</a:t>
            </a:r>
            <a:r>
              <a:rPr lang="en-US" sz="4000" dirty="0"/>
              <a:t> program, </a:t>
            </a:r>
            <a:r>
              <a:rPr lang="en-US" sz="4000" dirty="0" err="1"/>
              <a:t>Untuk</a:t>
            </a:r>
            <a:r>
              <a:rPr lang="en-US" sz="4000" dirty="0"/>
              <a:t> </a:t>
            </a:r>
            <a:r>
              <a:rPr lang="en-US" sz="4000" dirty="0" err="1"/>
              <a:t>membedakannya</a:t>
            </a:r>
            <a:r>
              <a:rPr lang="en-US" sz="4000" dirty="0"/>
              <a:t> Anda </a:t>
            </a:r>
            <a:r>
              <a:rPr lang="en-US" sz="4000" dirty="0" err="1"/>
              <a:t>dapat</a:t>
            </a:r>
            <a:r>
              <a:rPr lang="en-US" sz="4000" dirty="0"/>
              <a:t> </a:t>
            </a:r>
            <a:r>
              <a:rPr lang="en-US" sz="4000" dirty="0" err="1"/>
              <a:t>membuat</a:t>
            </a:r>
            <a:r>
              <a:rPr lang="en-US" sz="4000" dirty="0"/>
              <a:t> </a:t>
            </a:r>
            <a:r>
              <a:rPr lang="en-US" sz="4000" dirty="0" err="1"/>
              <a:t>sebuah</a:t>
            </a:r>
            <a:r>
              <a:rPr lang="en-US" sz="4000" dirty="0"/>
              <a:t> record </a:t>
            </a:r>
            <a:r>
              <a:rPr lang="en-US" sz="4000" dirty="0" err="1"/>
              <a:t>mahasiswa</a:t>
            </a:r>
            <a:r>
              <a:rPr lang="en-US" sz="4000" dirty="0"/>
              <a:t> yang </a:t>
            </a:r>
            <a:r>
              <a:rPr lang="en-US" sz="4000" dirty="0" err="1"/>
              <a:t>terdiri</a:t>
            </a:r>
            <a:r>
              <a:rPr lang="en-US" sz="4000" dirty="0"/>
              <a:t> </a:t>
            </a:r>
            <a:r>
              <a:rPr lang="en-US" sz="4000" dirty="0" err="1"/>
              <a:t>dari</a:t>
            </a:r>
            <a:r>
              <a:rPr lang="en-US" sz="4000" dirty="0"/>
              <a:t> field nim, </a:t>
            </a:r>
            <a:r>
              <a:rPr lang="en-US" sz="4000" dirty="0" err="1"/>
              <a:t>nama</a:t>
            </a:r>
            <a:r>
              <a:rPr lang="en-US" sz="4000" dirty="0"/>
              <a:t>, </a:t>
            </a:r>
            <a:r>
              <a:rPr lang="en-US" sz="4000" dirty="0" err="1"/>
              <a:t>alamat</a:t>
            </a:r>
            <a:r>
              <a:rPr lang="en-US" sz="4000" dirty="0"/>
              <a:t> dan </a:t>
            </a:r>
            <a:r>
              <a:rPr lang="en-US" sz="4000" dirty="0" err="1"/>
              <a:t>ipk</a:t>
            </a:r>
            <a:r>
              <a:rPr lang="en-US" sz="4000" dirty="0"/>
              <a:t> </a:t>
            </a:r>
            <a:r>
              <a:rPr lang="en-US" sz="4000" dirty="0" err="1"/>
              <a:t>serta</a:t>
            </a:r>
            <a:r>
              <a:rPr lang="en-US" sz="4000" dirty="0"/>
              <a:t> </a:t>
            </a:r>
            <a:r>
              <a:rPr lang="en-US" sz="4000" dirty="0" err="1"/>
              <a:t>sebuah</a:t>
            </a:r>
            <a:r>
              <a:rPr lang="en-US" sz="4000" dirty="0"/>
              <a:t> record </a:t>
            </a:r>
            <a:r>
              <a:rPr lang="en-US" sz="4000" dirty="0" err="1"/>
              <a:t>pelajar</a:t>
            </a:r>
            <a:r>
              <a:rPr lang="en-US" sz="4000" dirty="0"/>
              <a:t> yang </a:t>
            </a:r>
            <a:r>
              <a:rPr lang="en-US" sz="4000" dirty="0" err="1"/>
              <a:t>terdiri</a:t>
            </a:r>
            <a:r>
              <a:rPr lang="en-US" sz="4000" dirty="0"/>
              <a:t> </a:t>
            </a:r>
            <a:r>
              <a:rPr lang="en-US" sz="4000" dirty="0" err="1"/>
              <a:t>dari</a:t>
            </a:r>
            <a:r>
              <a:rPr lang="en-US" sz="4000" dirty="0"/>
              <a:t> field-field </a:t>
            </a:r>
            <a:r>
              <a:rPr lang="en-US" sz="4000" dirty="0" err="1"/>
              <a:t>nama</a:t>
            </a:r>
            <a:r>
              <a:rPr lang="en-US" sz="4000" dirty="0"/>
              <a:t>, </a:t>
            </a:r>
            <a:r>
              <a:rPr lang="en-US" sz="4000" dirty="0" err="1"/>
              <a:t>nonurut</a:t>
            </a:r>
            <a:r>
              <a:rPr lang="en-US" sz="4000" dirty="0"/>
              <a:t>, </a:t>
            </a:r>
            <a:r>
              <a:rPr lang="en-US" sz="4000" dirty="0" err="1"/>
              <a:t>alamat</a:t>
            </a:r>
            <a:r>
              <a:rPr lang="en-US" sz="4000" dirty="0"/>
              <a:t> dan </a:t>
            </a:r>
            <a:r>
              <a:rPr lang="en-US" sz="4000" dirty="0" err="1"/>
              <a:t>jumnilai</a:t>
            </a:r>
            <a:r>
              <a:rPr lang="en-US" sz="4000" dirty="0"/>
              <a:t>. </a:t>
            </a:r>
            <a:r>
              <a:rPr lang="en-US" sz="4000" dirty="0" err="1"/>
              <a:t>Dengan</a:t>
            </a:r>
            <a:r>
              <a:rPr lang="en-US" sz="4000" dirty="0"/>
              <a:t> </a:t>
            </a:r>
            <a:r>
              <a:rPr lang="en-US" sz="4000" dirty="0" err="1"/>
              <a:t>demikian</a:t>
            </a:r>
            <a:r>
              <a:rPr lang="en-US" sz="4000" dirty="0"/>
              <a:t> </a:t>
            </a:r>
            <a:r>
              <a:rPr lang="en-US" sz="4000" dirty="0" err="1"/>
              <a:t>akan</a:t>
            </a:r>
            <a:r>
              <a:rPr lang="en-US" sz="4000" dirty="0"/>
              <a:t> </a:t>
            </a:r>
            <a:r>
              <a:rPr lang="en-US" sz="4000" dirty="0" err="1"/>
              <a:t>lebih</a:t>
            </a:r>
            <a:r>
              <a:rPr lang="en-US" sz="4000" dirty="0"/>
              <a:t> </a:t>
            </a:r>
            <a:r>
              <a:rPr lang="en-US" sz="4000" dirty="0" err="1"/>
              <a:t>mudah</a:t>
            </a:r>
            <a:r>
              <a:rPr lang="en-US" sz="4000" dirty="0"/>
              <a:t> </a:t>
            </a:r>
            <a:r>
              <a:rPr lang="en-US" sz="4000" dirty="0" err="1"/>
              <a:t>untuk</a:t>
            </a:r>
            <a:r>
              <a:rPr lang="en-US" sz="4000" dirty="0"/>
              <a:t> </a:t>
            </a:r>
            <a:r>
              <a:rPr lang="en-US" sz="4000" dirty="0" err="1"/>
              <a:t>membedakan</a:t>
            </a:r>
            <a:r>
              <a:rPr lang="en-US" sz="4000" dirty="0"/>
              <a:t> </a:t>
            </a:r>
            <a:r>
              <a:rPr lang="en-US" sz="4000" dirty="0" err="1"/>
              <a:t>keduanya</a:t>
            </a:r>
            <a:r>
              <a:rPr lang="en-US" sz="4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07831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9C0B96B9-18D5-F239-C591-C6AF9C765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171"/>
            <a:ext cx="10515600" cy="6002792"/>
          </a:xfrm>
        </p:spPr>
        <p:txBody>
          <a:bodyPr/>
          <a:lstStyle/>
          <a:p>
            <a:pPr marL="0" indent="0">
              <a:buNone/>
            </a:pPr>
            <a:r>
              <a:rPr lang="id-ID" dirty="0"/>
              <a:t>BENTUK UMUM</a:t>
            </a:r>
          </a:p>
          <a:p>
            <a:pPr marL="0" indent="0">
              <a:buNone/>
            </a:pPr>
            <a:r>
              <a:rPr lang="id-ID" b="1" dirty="0" err="1"/>
              <a:t>struct</a:t>
            </a:r>
            <a:r>
              <a:rPr lang="id-ID" b="1" dirty="0"/>
              <a:t> </a:t>
            </a:r>
            <a:r>
              <a:rPr lang="id-ID" dirty="0" err="1"/>
              <a:t>namastruct</a:t>
            </a:r>
            <a:endParaRPr lang="id-ID" dirty="0"/>
          </a:p>
          <a:p>
            <a:pPr marL="0" indent="0">
              <a:buNone/>
            </a:pPr>
            <a:r>
              <a:rPr lang="id-ID" dirty="0"/>
              <a:t>{</a:t>
            </a:r>
          </a:p>
          <a:p>
            <a:pPr marL="0" indent="0">
              <a:buNone/>
            </a:pPr>
            <a:r>
              <a:rPr lang="id-ID" dirty="0"/>
              <a:t>&lt;</a:t>
            </a:r>
            <a:r>
              <a:rPr lang="id-ID" dirty="0" err="1"/>
              <a:t>type</a:t>
            </a:r>
            <a:r>
              <a:rPr lang="id-ID" dirty="0"/>
              <a:t> data&gt; </a:t>
            </a:r>
            <a:r>
              <a:rPr lang="id-ID" dirty="0" err="1"/>
              <a:t>field</a:t>
            </a:r>
            <a:r>
              <a:rPr lang="id-ID" dirty="0"/>
              <a:t> 1;</a:t>
            </a:r>
          </a:p>
          <a:p>
            <a:pPr marL="0" indent="0">
              <a:buNone/>
            </a:pPr>
            <a:r>
              <a:rPr lang="id-ID" dirty="0"/>
              <a:t>&lt;</a:t>
            </a:r>
            <a:r>
              <a:rPr lang="id-ID" dirty="0" err="1"/>
              <a:t>type</a:t>
            </a:r>
            <a:r>
              <a:rPr lang="id-ID" dirty="0"/>
              <a:t> data&gt; </a:t>
            </a:r>
            <a:r>
              <a:rPr lang="id-ID" dirty="0" err="1"/>
              <a:t>field</a:t>
            </a:r>
            <a:r>
              <a:rPr lang="id-ID" dirty="0"/>
              <a:t> 2;</a:t>
            </a:r>
          </a:p>
          <a:p>
            <a:pPr marL="0" indent="0">
              <a:buNone/>
            </a:pPr>
            <a:r>
              <a:rPr lang="id-ID" dirty="0"/>
              <a:t>&lt;</a:t>
            </a:r>
            <a:r>
              <a:rPr lang="id-ID" dirty="0" err="1"/>
              <a:t>type</a:t>
            </a:r>
            <a:r>
              <a:rPr lang="id-ID" dirty="0"/>
              <a:t> data&gt; </a:t>
            </a:r>
            <a:r>
              <a:rPr lang="id-ID" dirty="0" err="1"/>
              <a:t>field</a:t>
            </a:r>
            <a:r>
              <a:rPr lang="id-ID" dirty="0"/>
              <a:t> 3;</a:t>
            </a:r>
            <a:endParaRPr lang="en-US" dirty="0"/>
          </a:p>
          <a:p>
            <a:pPr marL="0" indent="0">
              <a:buNone/>
            </a:pPr>
            <a:r>
              <a:rPr lang="id-ID" dirty="0"/>
              <a:t>&lt;</a:t>
            </a:r>
            <a:r>
              <a:rPr lang="id-ID" dirty="0" err="1"/>
              <a:t>type</a:t>
            </a:r>
            <a:r>
              <a:rPr lang="id-ID" dirty="0"/>
              <a:t> data&gt; </a:t>
            </a:r>
            <a:r>
              <a:rPr lang="id-ID" dirty="0" err="1"/>
              <a:t>field</a:t>
            </a:r>
            <a:r>
              <a:rPr lang="id-ID" dirty="0"/>
              <a:t> 4;</a:t>
            </a:r>
            <a:endParaRPr lang="en-US" dirty="0"/>
          </a:p>
          <a:p>
            <a:pPr marL="0" indent="0">
              <a:buNone/>
            </a:pPr>
            <a:r>
              <a:rPr lang="id-ID" dirty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863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E3839281-27EF-A640-60E1-D440A602F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743"/>
            <a:ext cx="10515600" cy="65532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#include &lt;iostream&gt;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using namespace std;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struct </a:t>
            </a:r>
            <a:r>
              <a:rPr lang="en-US" dirty="0" err="1"/>
              <a:t>mahasiswa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char nim [15];</a:t>
            </a:r>
          </a:p>
          <a:p>
            <a:pPr marL="0" indent="0">
              <a:buNone/>
            </a:pPr>
            <a:r>
              <a:rPr lang="en-US" dirty="0"/>
              <a:t>	char </a:t>
            </a:r>
            <a:r>
              <a:rPr lang="en-US" dirty="0" err="1"/>
              <a:t>nama</a:t>
            </a:r>
            <a:r>
              <a:rPr lang="en-US" dirty="0"/>
              <a:t> [40];</a:t>
            </a:r>
          </a:p>
          <a:p>
            <a:pPr marL="0" indent="0">
              <a:buNone/>
            </a:pPr>
            <a:r>
              <a:rPr lang="en-US" dirty="0"/>
              <a:t>	char </a:t>
            </a:r>
            <a:r>
              <a:rPr lang="en-US" dirty="0" err="1"/>
              <a:t>alamat</a:t>
            </a:r>
            <a:r>
              <a:rPr lang="en-US" dirty="0"/>
              <a:t> [60];</a:t>
            </a:r>
          </a:p>
          <a:p>
            <a:pPr marL="0" indent="0">
              <a:buNone/>
            </a:pPr>
            <a:r>
              <a:rPr lang="en-US" dirty="0"/>
              <a:t>	float </a:t>
            </a:r>
            <a:r>
              <a:rPr lang="en-US" dirty="0" err="1"/>
              <a:t>ipk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};</a:t>
            </a:r>
          </a:p>
          <a:p>
            <a:pPr marL="0" indent="0">
              <a:buNone/>
            </a:pPr>
            <a:r>
              <a:rPr lang="en-US" dirty="0"/>
              <a:t>int main ()</a:t>
            </a:r>
          </a:p>
        </p:txBody>
      </p:sp>
    </p:spTree>
    <p:extLst>
      <p:ext uri="{BB962C8B-B14F-4D97-AF65-F5344CB8AC3E}">
        <p14:creationId xmlns:p14="http://schemas.microsoft.com/office/powerpoint/2010/main" val="46249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924D9B89-7C70-72A1-4947-F7285CD35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942"/>
            <a:ext cx="10515600" cy="642257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mahasiswa</a:t>
            </a:r>
            <a:r>
              <a:rPr lang="en-US" dirty="0"/>
              <a:t> </a:t>
            </a:r>
            <a:r>
              <a:rPr lang="en-US" dirty="0" err="1"/>
              <a:t>mhs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cout</a:t>
            </a:r>
            <a:r>
              <a:rPr lang="en-US" dirty="0"/>
              <a:t>&lt;&lt;"NIM		:"; </a:t>
            </a:r>
            <a:r>
              <a:rPr lang="en-US" dirty="0" err="1"/>
              <a:t>cin.getline</a:t>
            </a:r>
            <a:r>
              <a:rPr lang="en-US" dirty="0"/>
              <a:t> (mhs.nim,15);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cout</a:t>
            </a:r>
            <a:r>
              <a:rPr lang="en-US" dirty="0"/>
              <a:t>&lt;&lt;"Nama		:"; </a:t>
            </a:r>
            <a:r>
              <a:rPr lang="en-US" dirty="0" err="1"/>
              <a:t>cin.getline</a:t>
            </a:r>
            <a:r>
              <a:rPr lang="en-US" dirty="0"/>
              <a:t> (mhs.nama,40);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cout</a:t>
            </a:r>
            <a:r>
              <a:rPr lang="en-US" dirty="0"/>
              <a:t>&lt;&lt;"Alamat		:"; </a:t>
            </a:r>
            <a:r>
              <a:rPr lang="en-US" dirty="0" err="1"/>
              <a:t>cin.getline</a:t>
            </a:r>
            <a:r>
              <a:rPr lang="en-US" dirty="0"/>
              <a:t> (mhs.alamat,60);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cout</a:t>
            </a:r>
            <a:r>
              <a:rPr lang="en-US" dirty="0"/>
              <a:t>&lt;&lt;"Nilai IPK	:"; </a:t>
            </a:r>
            <a:r>
              <a:rPr lang="en-US" dirty="0" err="1"/>
              <a:t>cin</a:t>
            </a:r>
            <a:r>
              <a:rPr lang="en-US" dirty="0"/>
              <a:t>&gt;&gt;</a:t>
            </a:r>
            <a:r>
              <a:rPr lang="en-US" dirty="0" err="1"/>
              <a:t>mhs.ipk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cout</a:t>
            </a:r>
            <a:r>
              <a:rPr lang="en-US" dirty="0"/>
              <a:t>&lt;&lt;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072039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924D9B89-7C70-72A1-4947-F7285CD35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942"/>
            <a:ext cx="10515600" cy="642257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cout</a:t>
            </a:r>
            <a:r>
              <a:rPr lang="en-US" dirty="0"/>
              <a:t>&lt;&lt;"NIM </a:t>
            </a:r>
            <a:r>
              <a:rPr lang="en-US" dirty="0" err="1"/>
              <a:t>anda</a:t>
            </a:r>
            <a:r>
              <a:rPr lang="en-US" dirty="0"/>
              <a:t>	: "&lt;&lt;</a:t>
            </a:r>
            <a:r>
              <a:rPr lang="en-US" dirty="0" err="1"/>
              <a:t>mhs.nim</a:t>
            </a:r>
            <a:r>
              <a:rPr lang="en-US" dirty="0"/>
              <a:t>&lt;&lt;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cout</a:t>
            </a:r>
            <a:r>
              <a:rPr lang="en-US" dirty="0"/>
              <a:t>&lt;&lt;"Nama </a:t>
            </a:r>
            <a:r>
              <a:rPr lang="en-US" dirty="0" err="1"/>
              <a:t>anda</a:t>
            </a:r>
            <a:r>
              <a:rPr lang="en-US" dirty="0"/>
              <a:t>	: "&lt;&lt;</a:t>
            </a:r>
            <a:r>
              <a:rPr lang="en-US" dirty="0" err="1"/>
              <a:t>mhs.nama</a:t>
            </a:r>
            <a:r>
              <a:rPr lang="en-US" dirty="0"/>
              <a:t>&lt;&lt;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cout</a:t>
            </a:r>
            <a:r>
              <a:rPr lang="en-US" dirty="0"/>
              <a:t>&lt;&lt;"Alamat </a:t>
            </a:r>
            <a:r>
              <a:rPr lang="en-US" dirty="0" err="1"/>
              <a:t>anda</a:t>
            </a:r>
            <a:r>
              <a:rPr lang="en-US" dirty="0"/>
              <a:t>	: "&lt;&lt;</a:t>
            </a:r>
            <a:r>
              <a:rPr lang="en-US" dirty="0" err="1"/>
              <a:t>mhs.alamat</a:t>
            </a:r>
            <a:r>
              <a:rPr lang="en-US" dirty="0"/>
              <a:t>&lt;&lt;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cout</a:t>
            </a:r>
            <a:r>
              <a:rPr lang="en-US" dirty="0"/>
              <a:t>&lt;&lt;"Nilai IPK </a:t>
            </a:r>
            <a:r>
              <a:rPr lang="en-US" dirty="0" err="1"/>
              <a:t>anda</a:t>
            </a:r>
            <a:r>
              <a:rPr lang="en-US" dirty="0"/>
              <a:t>	: "&lt;&lt;</a:t>
            </a:r>
            <a:r>
              <a:rPr lang="en-US" dirty="0" err="1"/>
              <a:t>mhs.ipk</a:t>
            </a:r>
            <a:r>
              <a:rPr lang="en-US" dirty="0"/>
              <a:t>&lt;&lt;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4736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B134AA70-81DB-C56D-7CE1-5E068CC76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sz="5400" b="1" dirty="0"/>
              <a:t>Latihan</a:t>
            </a:r>
            <a:endParaRPr lang="en-US" sz="5400" b="1" dirty="0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2363331F-A47A-CC51-585B-D8C509616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 err="1"/>
              <a:t>Buat</a:t>
            </a:r>
            <a:r>
              <a:rPr lang="en-US" sz="4400" dirty="0"/>
              <a:t> program </a:t>
            </a:r>
            <a:r>
              <a:rPr lang="en-US" sz="4400" dirty="0" err="1"/>
              <a:t>menghitung</a:t>
            </a:r>
            <a:r>
              <a:rPr lang="en-US" sz="4400" dirty="0"/>
              <a:t> </a:t>
            </a:r>
            <a:r>
              <a:rPr lang="en-US" sz="4400" dirty="0" err="1"/>
              <a:t>durasi</a:t>
            </a:r>
            <a:r>
              <a:rPr lang="en-US" sz="4400" dirty="0"/>
              <a:t> rental </a:t>
            </a:r>
            <a:r>
              <a:rPr lang="id-ID" sz="4400"/>
              <a:t>PS</a:t>
            </a:r>
            <a:r>
              <a:rPr lang="en-US" sz="4400"/>
              <a:t>, </a:t>
            </a:r>
            <a:r>
              <a:rPr lang="en-US" sz="4400" dirty="0" err="1"/>
              <a:t>dengan</a:t>
            </a:r>
            <a:r>
              <a:rPr lang="en-US" sz="4400" dirty="0"/>
              <a:t> </a:t>
            </a:r>
            <a:r>
              <a:rPr lang="en-US" sz="4400" dirty="0" err="1"/>
              <a:t>ketentuan</a:t>
            </a:r>
            <a:r>
              <a:rPr lang="en-US" sz="4400" dirty="0"/>
              <a:t> </a:t>
            </a:r>
            <a:r>
              <a:rPr lang="en-US" sz="4400" dirty="0" err="1"/>
              <a:t>perhitungannya</a:t>
            </a:r>
            <a:r>
              <a:rPr lang="en-US" sz="4400" dirty="0"/>
              <a:t>: 30 </a:t>
            </a:r>
            <a:r>
              <a:rPr lang="en-US" sz="4400" dirty="0" err="1"/>
              <a:t>detik</a:t>
            </a:r>
            <a:r>
              <a:rPr lang="en-US" sz="4400" dirty="0"/>
              <a:t> = Rp. 130,- </a:t>
            </a:r>
            <a:r>
              <a:rPr lang="en-US" sz="4400" dirty="0" err="1"/>
              <a:t>Satuan</a:t>
            </a:r>
            <a:r>
              <a:rPr lang="en-US" sz="4400" dirty="0"/>
              <a:t> </a:t>
            </a:r>
            <a:r>
              <a:rPr lang="en-US" sz="4400" dirty="0" err="1"/>
              <a:t>waktu</a:t>
            </a:r>
            <a:r>
              <a:rPr lang="en-US" sz="4400" dirty="0"/>
              <a:t> : jam : </a:t>
            </a:r>
            <a:r>
              <a:rPr lang="en-US" sz="4400" dirty="0" err="1"/>
              <a:t>menit</a:t>
            </a:r>
            <a:r>
              <a:rPr lang="en-US" sz="4400" dirty="0"/>
              <a:t> : </a:t>
            </a:r>
            <a:r>
              <a:rPr lang="en-US" sz="4400" dirty="0" err="1"/>
              <a:t>detik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5347677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357</Words>
  <Application>Microsoft Office PowerPoint</Application>
  <PresentationFormat>Layar Lebar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 Dipakai</vt:lpstr>
      </vt:variant>
      <vt:variant>
        <vt:i4>3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Tema Office</vt:lpstr>
      <vt:lpstr>STRUCTURE</vt:lpstr>
      <vt:lpstr>PENGERTIAN STRUCTURE</vt:lpstr>
      <vt:lpstr>Presentasi PowerPoint</vt:lpstr>
      <vt:lpstr>Presentasi PowerPoint</vt:lpstr>
      <vt:lpstr>Presentasi PowerPoint</vt:lpstr>
      <vt:lpstr>Presentasi PowerPoint</vt:lpstr>
      <vt:lpstr>Presentasi PowerPoint</vt:lpstr>
      <vt:lpstr>Latihan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terry.aub@outlook.co.id</dc:creator>
  <cp:lastModifiedBy>terry.aub@outlook.co.id</cp:lastModifiedBy>
  <cp:revision>3</cp:revision>
  <dcterms:created xsi:type="dcterms:W3CDTF">2024-09-26T02:29:10Z</dcterms:created>
  <dcterms:modified xsi:type="dcterms:W3CDTF">2024-09-26T02:42:07Z</dcterms:modified>
</cp:coreProperties>
</file>