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09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Jud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id-ID"/>
              <a:t>Klik untuk mengedit gaya subjudul Master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DCDB1-7C71-4081-B72C-8E543103E6A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0E186EF8-3BFC-4CBA-8B01-28CAE7B40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429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Judul dan Ko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DCDB1-7C71-4081-B72C-8E543103E6A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86EF8-3BFC-4CBA-8B01-28CAE7B40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715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Header Bagi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E4EDCDB1-7C71-4081-B72C-8E543103E6A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0E186EF8-3BFC-4CBA-8B01-28CAE7B40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200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 Ko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DCDB1-7C71-4081-B72C-8E543103E6A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86EF8-3BFC-4CBA-8B01-28CAE7B40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196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erbandi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DCDB1-7C71-4081-B72C-8E543103E6A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86EF8-3BFC-4CBA-8B01-28CAE7B40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066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udul S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DCDB1-7C71-4081-B72C-8E543103E6A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86EF8-3BFC-4CBA-8B01-28CAE7B40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48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Kos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DCDB1-7C71-4081-B72C-8E543103E6A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86EF8-3BFC-4CBA-8B01-28CAE7B40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096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Konten dengan Ketera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DCDB1-7C71-4081-B72C-8E543103E6A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86EF8-3BFC-4CBA-8B01-28CAE7B40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87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Gambar dengan Ketera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d-ID"/>
              <a:t>Klik ikon untuk menambahkan gambar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DCDB1-7C71-4081-B72C-8E543103E6A4}" type="datetimeFigureOut">
              <a:rPr lang="en-US" smtClean="0"/>
              <a:t>6/11/2026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86EF8-3BFC-4CBA-8B01-28CAE7B40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253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Judul dan Teks Vertik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DCDB1-7C71-4081-B72C-8E543103E6A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86EF8-3BFC-4CBA-8B01-28CAE7B40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850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Judul Vertikal dan Te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DCDB1-7C71-4081-B72C-8E543103E6A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86EF8-3BFC-4CBA-8B01-28CAE7B40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772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E4EDCDB1-7C71-4081-B72C-8E543103E6A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0E186EF8-3BFC-4CBA-8B01-28CAE7B40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075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829405C2-3689-F586-76E6-910DAA38DB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4030" y="2167391"/>
            <a:ext cx="11527970" cy="1751466"/>
          </a:xfrm>
        </p:spPr>
        <p:txBody>
          <a:bodyPr/>
          <a:lstStyle/>
          <a:p>
            <a:r>
              <a:rPr lang="id-ID" sz="7200" b="1" dirty="0">
                <a:latin typeface="Aharoni" panose="02010803020104030203" pitchFamily="2" charset="-79"/>
                <a:cs typeface="Aharoni" panose="02010803020104030203" pitchFamily="2" charset="-79"/>
              </a:rPr>
              <a:t>S</a:t>
            </a:r>
            <a:r>
              <a:rPr lang="en-US" sz="7200" b="1" dirty="0">
                <a:latin typeface="Aharoni" panose="02010803020104030203" pitchFamily="2" charset="-79"/>
                <a:cs typeface="Aharoni" panose="02010803020104030203" pitchFamily="2" charset="-79"/>
              </a:rPr>
              <a:t>WITCH...CASE...DEFAULT</a:t>
            </a:r>
          </a:p>
        </p:txBody>
      </p:sp>
      <p:sp>
        <p:nvSpPr>
          <p:cNvPr id="3" name="Subjudul 2">
            <a:extLst>
              <a:ext uri="{FF2B5EF4-FFF2-40B4-BE49-F238E27FC236}">
                <a16:creationId xmlns:a16="http://schemas.microsoft.com/office/drawing/2014/main" id="{B0E9D243-A77C-08C8-FD81-15F45BFDE0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88306" y="4759234"/>
            <a:ext cx="7891272" cy="1069848"/>
          </a:xfrm>
        </p:spPr>
        <p:txBody>
          <a:bodyPr>
            <a:noAutofit/>
          </a:bodyPr>
          <a:lstStyle/>
          <a:p>
            <a:pPr algn="r"/>
            <a:r>
              <a:rPr lang="id-ID" sz="1800" dirty="0"/>
              <a:t>Mata Kuliah : Algoritma dan Pemrograman II</a:t>
            </a:r>
          </a:p>
          <a:p>
            <a:pPr algn="r"/>
            <a:r>
              <a:rPr lang="id-ID" sz="1800" dirty="0"/>
              <a:t>Dosen : Adnan Terry Suseno S.Kom., M.Kom.</a:t>
            </a:r>
          </a:p>
          <a:p>
            <a:pPr algn="r"/>
            <a:r>
              <a:rPr lang="id-ID" sz="1800" dirty="0"/>
              <a:t>Fakultas Ilmu Komputer </a:t>
            </a:r>
          </a:p>
          <a:p>
            <a:pPr algn="r"/>
            <a:r>
              <a:rPr lang="id-ID" sz="1800" dirty="0"/>
              <a:t>Universitas Dharma AUB Surakarta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921785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C1EAAE9E-741C-DD82-D167-4ECB6DC45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053AB01B-20B3-D52A-AAA8-8CDE424717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 err="1"/>
              <a:t>Struktur</a:t>
            </a:r>
            <a:r>
              <a:rPr lang="en-US" dirty="0"/>
              <a:t> </a:t>
            </a:r>
            <a:r>
              <a:rPr lang="en-US" dirty="0" err="1"/>
              <a:t>kondisi</a:t>
            </a:r>
            <a:r>
              <a:rPr lang="en-US" dirty="0"/>
              <a:t> switch....case....default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penyeleksian</a:t>
            </a:r>
            <a:r>
              <a:rPr lang="en-US" dirty="0"/>
              <a:t> </a:t>
            </a:r>
            <a:r>
              <a:rPr lang="en-US" dirty="0" err="1"/>
              <a:t>kondisi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kemungkinan</a:t>
            </a:r>
            <a:r>
              <a:rPr lang="en-US" dirty="0"/>
              <a:t> yang </a:t>
            </a:r>
            <a:r>
              <a:rPr lang="en-US" dirty="0" err="1"/>
              <a:t>terjadi</a:t>
            </a:r>
            <a:r>
              <a:rPr lang="en-US" dirty="0"/>
              <a:t> </a:t>
            </a:r>
            <a:r>
              <a:rPr lang="en-US" dirty="0" err="1"/>
              <a:t>cukup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. </a:t>
            </a:r>
            <a:endParaRPr lang="id-ID" dirty="0"/>
          </a:p>
          <a:p>
            <a:pPr marL="0" indent="0" algn="just">
              <a:buNone/>
            </a:pPr>
            <a:r>
              <a:rPr lang="en-US" dirty="0" err="1"/>
              <a:t>Struktur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melaksanakan</a:t>
            </a:r>
            <a:r>
              <a:rPr lang="en-US" dirty="0"/>
              <a:t> salah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beberapa</a:t>
            </a:r>
            <a:r>
              <a:rPr lang="en-US" dirty="0"/>
              <a:t> </a:t>
            </a:r>
            <a:r>
              <a:rPr lang="en-US" dirty="0" err="1"/>
              <a:t>pernyataan</a:t>
            </a:r>
            <a:r>
              <a:rPr lang="en-US" dirty="0"/>
              <a:t> ‘case’ </a:t>
            </a:r>
            <a:r>
              <a:rPr lang="en-US" dirty="0" err="1"/>
              <a:t>tergantung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kondisi</a:t>
            </a:r>
            <a:r>
              <a:rPr lang="en-US" dirty="0"/>
              <a:t> yang </a:t>
            </a:r>
            <a:r>
              <a:rPr lang="en-US" dirty="0" err="1"/>
              <a:t>ada</a:t>
            </a:r>
            <a:r>
              <a:rPr lang="en-US" dirty="0"/>
              <a:t> di </a:t>
            </a:r>
            <a:r>
              <a:rPr lang="en-US" dirty="0" err="1"/>
              <a:t>dalam</a:t>
            </a:r>
            <a:r>
              <a:rPr lang="en-US" dirty="0"/>
              <a:t> switch. </a:t>
            </a:r>
            <a:endParaRPr lang="id-ID" dirty="0"/>
          </a:p>
          <a:p>
            <a:pPr marL="0" indent="0" algn="just">
              <a:buNone/>
            </a:pPr>
            <a:r>
              <a:rPr lang="en-US" dirty="0" err="1"/>
              <a:t>Selanjutnya</a:t>
            </a:r>
            <a:r>
              <a:rPr lang="en-US" dirty="0"/>
              <a:t> proses </a:t>
            </a:r>
            <a:r>
              <a:rPr lang="en-US" dirty="0" err="1"/>
              <a:t>diteruskan</a:t>
            </a:r>
            <a:r>
              <a:rPr lang="en-US" dirty="0"/>
              <a:t> </a:t>
            </a:r>
            <a:r>
              <a:rPr lang="en-US" dirty="0" err="1"/>
              <a:t>hingga</a:t>
            </a:r>
            <a:r>
              <a:rPr lang="en-US" dirty="0"/>
              <a:t> </a:t>
            </a:r>
            <a:r>
              <a:rPr lang="en-US" dirty="0" err="1"/>
              <a:t>ditemukan</a:t>
            </a:r>
            <a:r>
              <a:rPr lang="en-US" dirty="0"/>
              <a:t> </a:t>
            </a:r>
            <a:r>
              <a:rPr lang="en-US" dirty="0" err="1"/>
              <a:t>pernyataan</a:t>
            </a:r>
            <a:r>
              <a:rPr lang="en-US" dirty="0"/>
              <a:t> ‘break’. Jika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pada case yang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kondisi</a:t>
            </a:r>
            <a:r>
              <a:rPr lang="en-US" dirty="0"/>
              <a:t>, </a:t>
            </a:r>
            <a:r>
              <a:rPr lang="en-US" dirty="0" err="1"/>
              <a:t>maka</a:t>
            </a:r>
            <a:r>
              <a:rPr lang="en-US" dirty="0"/>
              <a:t> proses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diteruskan</a:t>
            </a:r>
            <a:r>
              <a:rPr lang="en-US" dirty="0"/>
              <a:t> </a:t>
            </a:r>
            <a:r>
              <a:rPr lang="en-US" dirty="0" err="1"/>
              <a:t>kepada</a:t>
            </a:r>
            <a:r>
              <a:rPr lang="en-US" dirty="0"/>
              <a:t> </a:t>
            </a:r>
            <a:r>
              <a:rPr lang="en-US" dirty="0" err="1"/>
              <a:t>pernyataan</a:t>
            </a:r>
            <a:r>
              <a:rPr lang="en-US" dirty="0"/>
              <a:t> yang </a:t>
            </a:r>
            <a:r>
              <a:rPr lang="en-US" dirty="0" err="1"/>
              <a:t>ada</a:t>
            </a:r>
            <a:r>
              <a:rPr lang="en-US" dirty="0"/>
              <a:t> di </a:t>
            </a:r>
            <a:r>
              <a:rPr lang="en-US" dirty="0" err="1"/>
              <a:t>bawah</a:t>
            </a:r>
            <a:r>
              <a:rPr lang="en-US" dirty="0"/>
              <a:t> ‘default’. </a:t>
            </a:r>
          </a:p>
        </p:txBody>
      </p:sp>
    </p:spTree>
    <p:extLst>
      <p:ext uri="{BB962C8B-B14F-4D97-AF65-F5344CB8AC3E}">
        <p14:creationId xmlns:p14="http://schemas.microsoft.com/office/powerpoint/2010/main" val="608032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19E309A7-5704-ECD2-C005-21C262830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2410"/>
            <a:ext cx="10515600" cy="527504"/>
          </a:xfrm>
        </p:spPr>
        <p:txBody>
          <a:bodyPr>
            <a:normAutofit/>
          </a:bodyPr>
          <a:lstStyle/>
          <a:p>
            <a:r>
              <a:rPr lang="id-ID" sz="2000" dirty="0"/>
              <a:t>Contoh Program I :</a:t>
            </a:r>
            <a:endParaRPr lang="en-US" sz="2000" dirty="0"/>
          </a:p>
        </p:txBody>
      </p:sp>
      <p:pic>
        <p:nvPicPr>
          <p:cNvPr id="5" name="Gambar 4">
            <a:extLst>
              <a:ext uri="{FF2B5EF4-FFF2-40B4-BE49-F238E27FC236}">
                <a16:creationId xmlns:a16="http://schemas.microsoft.com/office/drawing/2014/main" id="{FCBF4B7F-47BD-A6EB-4C0C-19FADDC848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4915" y="87086"/>
            <a:ext cx="6601342" cy="6770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666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2761FCE7-0120-2FBA-1EB6-D758844F1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571282"/>
          </a:xfrm>
        </p:spPr>
        <p:txBody>
          <a:bodyPr>
            <a:normAutofit/>
          </a:bodyPr>
          <a:lstStyle/>
          <a:p>
            <a:r>
              <a:rPr lang="id-ID" sz="2400" dirty="0" err="1"/>
              <a:t>Output</a:t>
            </a:r>
            <a:r>
              <a:rPr lang="id-ID" sz="2400" dirty="0"/>
              <a:t> Program</a:t>
            </a:r>
            <a:endParaRPr lang="en-US" sz="2400" dirty="0"/>
          </a:p>
        </p:txBody>
      </p:sp>
      <p:pic>
        <p:nvPicPr>
          <p:cNvPr id="5" name="Gambar 4">
            <a:extLst>
              <a:ext uri="{FF2B5EF4-FFF2-40B4-BE49-F238E27FC236}">
                <a16:creationId xmlns:a16="http://schemas.microsoft.com/office/drawing/2014/main" id="{CDFE91BC-D117-8100-570A-06BAE76A6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992" y="1905762"/>
            <a:ext cx="7697274" cy="429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258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ambar 4">
            <a:extLst>
              <a:ext uri="{FF2B5EF4-FFF2-40B4-BE49-F238E27FC236}">
                <a16:creationId xmlns:a16="http://schemas.microsoft.com/office/drawing/2014/main" id="{119909F3-8362-D7C6-16EE-56EC0B6AEF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7244" y="1742839"/>
            <a:ext cx="7278269" cy="3993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840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574400C6-DCC2-F49C-7846-955757C32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3"/>
            <a:ext cx="10058400" cy="407996"/>
          </a:xfrm>
        </p:spPr>
        <p:txBody>
          <a:bodyPr>
            <a:normAutofit/>
          </a:bodyPr>
          <a:lstStyle/>
          <a:p>
            <a:r>
              <a:rPr lang="id-ID" sz="2000" dirty="0"/>
              <a:t>CONTOH PROGRAM II :</a:t>
            </a:r>
            <a:endParaRPr lang="en-US" sz="2000" dirty="0"/>
          </a:p>
        </p:txBody>
      </p:sp>
      <p:pic>
        <p:nvPicPr>
          <p:cNvPr id="5" name="Gambar 4">
            <a:extLst>
              <a:ext uri="{FF2B5EF4-FFF2-40B4-BE49-F238E27FC236}">
                <a16:creationId xmlns:a16="http://schemas.microsoft.com/office/drawing/2014/main" id="{968FC0A1-0C89-C2C1-7F57-12B0C4519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9190" y="174172"/>
            <a:ext cx="6839905" cy="6476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104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774CE7E8-A921-EE36-7DE5-583DA676F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778111"/>
          </a:xfrm>
        </p:spPr>
        <p:txBody>
          <a:bodyPr>
            <a:normAutofit/>
          </a:bodyPr>
          <a:lstStyle/>
          <a:p>
            <a:r>
              <a:rPr lang="id-ID" sz="2400" dirty="0"/>
              <a:t>OUTPUT PROGRAM</a:t>
            </a:r>
            <a:endParaRPr lang="en-US" sz="2400" dirty="0"/>
          </a:p>
        </p:txBody>
      </p:sp>
      <p:pic>
        <p:nvPicPr>
          <p:cNvPr id="5" name="Gambar 4">
            <a:extLst>
              <a:ext uri="{FF2B5EF4-FFF2-40B4-BE49-F238E27FC236}">
                <a16:creationId xmlns:a16="http://schemas.microsoft.com/office/drawing/2014/main" id="{C4F6193D-EEEA-C828-1E09-9C198021F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5418" y="1476122"/>
            <a:ext cx="7654496" cy="4358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719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ipe Kayu">
  <a:themeElements>
    <a:clrScheme name="Tipe Kayu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Tipe Kayu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ipe Kayu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20</TotalTime>
  <Words>118</Words>
  <Application>Microsoft Office PowerPoint</Application>
  <PresentationFormat>Layar Lebar</PresentationFormat>
  <Paragraphs>12</Paragraphs>
  <Slides>7</Slides>
  <Notes>0</Notes>
  <HiddenSlides>0</HiddenSlides>
  <MMClips>0</MMClips>
  <ScaleCrop>false</ScaleCrop>
  <HeadingPairs>
    <vt:vector size="6" baseType="variant">
      <vt:variant>
        <vt:lpstr>Font Dipakai</vt:lpstr>
      </vt:variant>
      <vt:variant>
        <vt:i4>4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7</vt:i4>
      </vt:variant>
    </vt:vector>
  </HeadingPairs>
  <TitlesOfParts>
    <vt:vector size="12" baseType="lpstr">
      <vt:lpstr>Aharoni</vt:lpstr>
      <vt:lpstr>Rockwell</vt:lpstr>
      <vt:lpstr>Rockwell Condensed</vt:lpstr>
      <vt:lpstr>Wingdings</vt:lpstr>
      <vt:lpstr>Tipe Kayu</vt:lpstr>
      <vt:lpstr>SWITCH...CASE...DEFAULT</vt:lpstr>
      <vt:lpstr>Presentasi PowerPoint</vt:lpstr>
      <vt:lpstr>Contoh Program I :</vt:lpstr>
      <vt:lpstr>Output Program</vt:lpstr>
      <vt:lpstr>Presentasi PowerPoint</vt:lpstr>
      <vt:lpstr>CONTOH PROGRAM II :</vt:lpstr>
      <vt:lpstr>OUTPUT PROGRAM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 Terry Suseno Univ. Dharma AUB Surakarta</dc:creator>
  <cp:lastModifiedBy>A Terry Suseno Univ. Dharma AUB Surakarta</cp:lastModifiedBy>
  <cp:revision>1</cp:revision>
  <dcterms:created xsi:type="dcterms:W3CDTF">2026-06-10T23:11:05Z</dcterms:created>
  <dcterms:modified xsi:type="dcterms:W3CDTF">2026-06-10T23:31:58Z</dcterms:modified>
</cp:coreProperties>
</file>