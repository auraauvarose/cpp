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70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3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0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4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7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5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7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0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7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25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A8D777B-CF7A-4F04-B28E-374F6CF70A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DE7705C-9F66-4659-BB20-8B1758222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E0CF681-8D72-AD60-85EA-03B233CBD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b="1" dirty="0"/>
              <a:t>FUNCTION IF</a:t>
            </a:r>
            <a:br>
              <a:rPr lang="id-ID" b="1" dirty="0"/>
            </a:br>
            <a:r>
              <a:rPr lang="id-ID" sz="3200" b="1" dirty="0"/>
              <a:t>MATA KULIAH : Algoritma dan pemrograman ii</a:t>
            </a:r>
            <a:endParaRPr lang="en-US" sz="3200" b="1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77E28F47-113B-A645-7CAF-53CB2A7EA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7989" y="4663974"/>
            <a:ext cx="7891272" cy="1709395"/>
          </a:xfrm>
        </p:spPr>
        <p:txBody>
          <a:bodyPr>
            <a:normAutofit lnSpcReduction="10000"/>
          </a:bodyPr>
          <a:lstStyle/>
          <a:p>
            <a:pPr algn="r"/>
            <a:r>
              <a:rPr lang="id-ID" dirty="0"/>
              <a:t>ADNAN TERRY SUSENO S.Kom., M.Kom.</a:t>
            </a:r>
          </a:p>
          <a:p>
            <a:pPr algn="r"/>
            <a:r>
              <a:rPr lang="id-ID" dirty="0"/>
              <a:t>FAKULTAS ILMU KOMPUTER </a:t>
            </a:r>
          </a:p>
          <a:p>
            <a:pPr algn="r"/>
            <a:r>
              <a:rPr lang="id-ID" dirty="0"/>
              <a:t>UNIVERSITAS DHARMA AUB SURAKARTA</a:t>
            </a:r>
          </a:p>
          <a:p>
            <a:pPr algn="r"/>
            <a:r>
              <a:rPr lang="id-ID" dirty="0"/>
              <a:t>TAHUN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77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F19FA94-E21F-2B6D-CD38-79560601E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458"/>
            <a:ext cx="10515600" cy="4974771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pilihan</a:t>
            </a:r>
            <a:r>
              <a:rPr lang="en-US" dirty="0"/>
              <a:t>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yang </a:t>
            </a:r>
            <a:r>
              <a:rPr lang="en-US" dirty="0" err="1"/>
              <a:t>diikuti</a:t>
            </a:r>
            <a:r>
              <a:rPr lang="en-US" dirty="0"/>
              <a:t> oleh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statement. 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algn="just"/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salah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terpilihnya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. 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algn="just"/>
            <a:r>
              <a:rPr lang="en-US" dirty="0"/>
              <a:t>Statement yang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persyaratan</a:t>
            </a:r>
            <a:r>
              <a:rPr lang="en-US" dirty="0"/>
              <a:t> yang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. </a:t>
            </a:r>
            <a:endParaRPr lang="id-ID" dirty="0"/>
          </a:p>
          <a:p>
            <a:pPr marL="0" indent="0" algn="just">
              <a:buNone/>
            </a:pPr>
            <a:endParaRPr lang="id-ID" dirty="0"/>
          </a:p>
          <a:p>
            <a:pPr algn="just"/>
            <a:r>
              <a:rPr lang="en-US" dirty="0" err="1"/>
              <a:t>Struktur</a:t>
            </a:r>
            <a:r>
              <a:rPr lang="en-US" dirty="0"/>
              <a:t> if </a:t>
            </a:r>
            <a:r>
              <a:rPr lang="en-US" dirty="0" err="1"/>
              <a:t>dibentuk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if dan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menyeleksi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.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6514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B51B2B9-85FA-7FB0-4180-C41713CF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4935992"/>
          </a:xfrm>
        </p:spPr>
        <p:txBody>
          <a:bodyPr/>
          <a:lstStyle/>
          <a:p>
            <a:pPr algn="just"/>
            <a:r>
              <a:rPr lang="en-US" dirty="0"/>
              <a:t>Bila proses yang </a:t>
            </a:r>
            <a:r>
              <a:rPr lang="en-US" dirty="0" err="1"/>
              <a:t>diseleksi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if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 dan </a:t>
            </a:r>
            <a:r>
              <a:rPr lang="en-US" dirty="0" err="1"/>
              <a:t>dikerjakan</a:t>
            </a:r>
            <a:r>
              <a:rPr lang="id-ID" dirty="0"/>
              <a:t>.</a:t>
            </a:r>
          </a:p>
          <a:p>
            <a:pPr marL="0" indent="0" algn="just">
              <a:buNone/>
            </a:pPr>
            <a:endParaRPr lang="id-ID" dirty="0"/>
          </a:p>
          <a:p>
            <a:pPr algn="just"/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if </a:t>
            </a:r>
            <a:r>
              <a:rPr lang="en-US" dirty="0" err="1"/>
              <a:t>adalah</a:t>
            </a:r>
            <a:r>
              <a:rPr lang="en-US" dirty="0"/>
              <a:t> : </a:t>
            </a:r>
            <a:endParaRPr lang="id-ID" dirty="0"/>
          </a:p>
          <a:p>
            <a:pPr marL="0" indent="0" algn="just">
              <a:buNone/>
            </a:pPr>
            <a:r>
              <a:rPr lang="en-US" dirty="0"/>
              <a:t>1 if(</a:t>
            </a:r>
            <a:r>
              <a:rPr lang="en-US" dirty="0" err="1"/>
              <a:t>boolean_expression</a:t>
            </a:r>
            <a:r>
              <a:rPr lang="en-US" dirty="0"/>
              <a:t>) { </a:t>
            </a:r>
            <a:endParaRPr lang="id-ID" dirty="0"/>
          </a:p>
          <a:p>
            <a:pPr marL="0" indent="0" algn="just">
              <a:buNone/>
            </a:pPr>
            <a:r>
              <a:rPr lang="en-US" dirty="0"/>
              <a:t>2 statement; </a:t>
            </a:r>
            <a:endParaRPr lang="id-ID" dirty="0"/>
          </a:p>
          <a:p>
            <a:pPr marL="0" indent="0" algn="just">
              <a:buNone/>
            </a:pPr>
            <a:r>
              <a:rPr lang="en-US" dirty="0"/>
              <a:t>3 </a:t>
            </a:r>
            <a:r>
              <a:rPr lang="id-ID" dirty="0"/>
              <a:t>...</a:t>
            </a:r>
          </a:p>
          <a:p>
            <a:pPr marL="0" indent="0" algn="just">
              <a:buNone/>
            </a:pPr>
            <a:r>
              <a:rPr lang="en-US" dirty="0"/>
              <a:t>4 </a:t>
            </a:r>
            <a:r>
              <a:rPr lang="id-ID" dirty="0"/>
              <a:t>   </a:t>
            </a: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37790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150D7427-C82A-F61F-370A-B2917FADB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</p:spPr>
        <p:txBody>
          <a:bodyPr/>
          <a:lstStyle/>
          <a:p>
            <a:pPr algn="just"/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program,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saatnya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butuh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percabangan</a:t>
            </a:r>
            <a:r>
              <a:rPr lang="en-US" dirty="0"/>
              <a:t>, </a:t>
            </a:r>
            <a:r>
              <a:rPr lang="en-US" dirty="0" err="1"/>
              <a:t>yakni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, </a:t>
            </a:r>
            <a:r>
              <a:rPr lang="en-US" dirty="0" err="1"/>
              <a:t>jalankan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, </a:t>
            </a:r>
            <a:r>
              <a:rPr lang="en-US" dirty="0" err="1"/>
              <a:t>jalankan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yang lain. </a:t>
            </a:r>
            <a:endParaRPr lang="id-ID" dirty="0"/>
          </a:p>
          <a:p>
            <a:pPr algn="just"/>
            <a:r>
              <a:rPr lang="en-US" dirty="0"/>
              <a:t>Dimana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pada </a:t>
            </a:r>
            <a:r>
              <a:rPr lang="en-US" dirty="0" err="1"/>
              <a:t>conditionmaka</a:t>
            </a:r>
            <a:r>
              <a:rPr lang="en-US" dirty="0"/>
              <a:t> statement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dikerjakan</a:t>
            </a:r>
            <a:r>
              <a:rPr lang="en-US" dirty="0"/>
              <a:t> dan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statement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diabaikan</a:t>
            </a:r>
            <a:r>
              <a:rPr lang="en-US" dirty="0"/>
              <a:t>. </a:t>
            </a:r>
            <a:endParaRPr lang="id-ID" dirty="0"/>
          </a:p>
          <a:p>
            <a:pPr algn="just"/>
            <a:r>
              <a:rPr lang="en-US" dirty="0" err="1"/>
              <a:t>Dengan</a:t>
            </a:r>
            <a:r>
              <a:rPr lang="en-US" dirty="0"/>
              <a:t> kata lain, </a:t>
            </a:r>
            <a:r>
              <a:rPr lang="en-US" dirty="0" err="1"/>
              <a:t>struktur</a:t>
            </a:r>
            <a:r>
              <a:rPr lang="en-US" dirty="0"/>
              <a:t> If Statement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opsi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. </a:t>
            </a:r>
            <a:endParaRPr lang="id-ID" dirty="0"/>
          </a:p>
          <a:p>
            <a:pPr algn="just"/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 pada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statement </a:t>
            </a:r>
            <a:r>
              <a:rPr lang="en-US" dirty="0" err="1"/>
              <a:t>diabaikan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1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ambar 4">
            <a:extLst>
              <a:ext uri="{FF2B5EF4-FFF2-40B4-BE49-F238E27FC236}">
                <a16:creationId xmlns:a16="http://schemas.microsoft.com/office/drawing/2014/main" id="{044B7680-590D-934A-A1D9-D66E1F9D9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71" y="185057"/>
            <a:ext cx="5303011" cy="603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4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A4936EF-0E87-2136-8720-E122D6E7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1387474"/>
          </a:xfrm>
        </p:spPr>
        <p:txBody>
          <a:bodyPr>
            <a:normAutofit/>
          </a:bodyPr>
          <a:lstStyle/>
          <a:p>
            <a:r>
              <a:rPr lang="id-ID" dirty="0"/>
              <a:t>Contoh penggunaan </a:t>
            </a:r>
            <a:r>
              <a:rPr lang="id-ID" dirty="0" err="1"/>
              <a:t>function</a:t>
            </a:r>
            <a:r>
              <a:rPr lang="id-ID" dirty="0"/>
              <a:t> IF</a:t>
            </a:r>
            <a:endParaRPr lang="en-US" dirty="0"/>
          </a:p>
        </p:txBody>
      </p:sp>
      <p:pic>
        <p:nvPicPr>
          <p:cNvPr id="7" name="Gambar 6">
            <a:extLst>
              <a:ext uri="{FF2B5EF4-FFF2-40B4-BE49-F238E27FC236}">
                <a16:creationId xmlns:a16="http://schemas.microsoft.com/office/drawing/2014/main" id="{DEE5F890-1B90-DF9A-5E43-1D2E3BE0F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9201"/>
            <a:ext cx="6067782" cy="527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4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6AEB563-B547-A1B0-CA8D-0382C2F1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Out</a:t>
            </a:r>
            <a:r>
              <a:rPr lang="id-ID" dirty="0"/>
              <a:t> </a:t>
            </a:r>
            <a:r>
              <a:rPr lang="id-ID" dirty="0" err="1"/>
              <a:t>put</a:t>
            </a:r>
            <a:r>
              <a:rPr lang="id-ID" dirty="0"/>
              <a:t> program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181DD60A-A575-87C8-4D86-B6A27A4D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93" y="1970314"/>
            <a:ext cx="7541550" cy="415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178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e Kayu">
  <a:themeElements>
    <a:clrScheme name="Tipe Kayu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e Kayu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e Kayu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Tipe Kayu</Template>
  <TotalTime>22</TotalTime>
  <Words>220</Words>
  <Application>Microsoft Office PowerPoint</Application>
  <PresentationFormat>Layar Lebar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Tipe Kayu</vt:lpstr>
      <vt:lpstr>FUNCTION IF MATA KULIAH : Algoritma dan pemrograman ii</vt:lpstr>
      <vt:lpstr>Presentasi PowerPoint</vt:lpstr>
      <vt:lpstr>Presentasi PowerPoint</vt:lpstr>
      <vt:lpstr>Presentasi PowerPoint</vt:lpstr>
      <vt:lpstr>Presentasi PowerPoint</vt:lpstr>
      <vt:lpstr>Contoh penggunaan function IF</vt:lpstr>
      <vt:lpstr>Out put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Terry Suseno Univ. Dharma AUB Surakarta</dc:creator>
  <cp:lastModifiedBy>A Terry Suseno Univ. Dharma AUB Surakarta</cp:lastModifiedBy>
  <cp:revision>5</cp:revision>
  <dcterms:created xsi:type="dcterms:W3CDTF">2026-06-03T22:38:50Z</dcterms:created>
  <dcterms:modified xsi:type="dcterms:W3CDTF">2026-06-04T02:55:10Z</dcterms:modified>
</cp:coreProperties>
</file>